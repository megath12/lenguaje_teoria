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 id="2147483652" r:id="rId2"/>
    <p:sldMasterId id="2147483654" r:id="rId3"/>
    <p:sldMasterId id="2147483656" r:id="rId4"/>
    <p:sldMasterId id="2147483658" r:id="rId5"/>
    <p:sldMasterId id="2147483660" r:id="rId6"/>
    <p:sldMasterId id="2147483662" r:id="rId7"/>
    <p:sldMasterId id="2147483664" r:id="rId8"/>
    <p:sldMasterId id="2147483666" r:id="rId9"/>
    <p:sldMasterId id="2147483668" r:id="rId10"/>
    <p:sldMasterId id="2147483670"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8" r:id="rId33"/>
    <p:sldId id="277" r:id="rId34"/>
  </p:sldIdLst>
  <p:sldSz cx="12192000" cy="6858000"/>
  <p:notesSz cx="7772400" cy="100584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6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slide" Target="slides/slide23.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F1760A99-F357-44AF-AE01-E3048E787C14}" type="slidenum">
              <a:t>‹Nº›</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4AFAF8C8-4449-42C3-AE5E-BF771DCC8F1A}" type="slidenum">
              <a:t>‹Nº›</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MX" sz="1800" b="0" strike="noStrike" spc="-1">
              <a:solidFill>
                <a:schemeClr val="dk1"/>
              </a:solidFill>
              <a:latin typeface="Calibri"/>
            </a:endParaRPr>
          </a:p>
        </p:txBody>
      </p:sp>
      <p:sp>
        <p:nvSpPr>
          <p:cNvPr id="23"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s-MX" sz="28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B94B7170-5AC6-448B-9A5A-1E4A941811FC}" type="slidenum">
              <a:t>‹Nº›</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Encabezado de sección">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E670FC16-6D6F-4B1C-B7AA-8672F3C926E0}" type="slidenum">
              <a:t>‹Nº›</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MX" sz="1800" b="0" strike="noStrike" spc="-1">
              <a:solidFill>
                <a:schemeClr val="dk1"/>
              </a:solidFill>
              <a:latin typeface="Calibri"/>
            </a:endParaRPr>
          </a:p>
        </p:txBody>
      </p:sp>
      <p:sp>
        <p:nvSpPr>
          <p:cNvPr id="36"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MX" sz="2800" b="0" strike="noStrike" spc="-1">
              <a:solidFill>
                <a:schemeClr val="dk1"/>
              </a:solidFill>
              <a:latin typeface="Calibri"/>
            </a:endParaRPr>
          </a:p>
        </p:txBody>
      </p:sp>
      <p:sp>
        <p:nvSpPr>
          <p:cNvPr id="3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s-MX" sz="28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539DD74A-368B-4449-BCA5-85AB953E3F51}" type="slidenum">
              <a:t>‹Nº›</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ació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E58A1EA3-BCAE-4FF8-A16D-DF4748117B8A}" type="slidenum">
              <a:t>‹Nº›</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MX"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8EDD2667-6391-4D09-93E5-F979FC54A503}" type="slidenum">
              <a:t>‹Nº›</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FFDE1BBE-F47B-4224-89CF-3E948CC4522E}" type="slidenum">
              <a:t>‹Nº›</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ido con título">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C39632CF-D0DB-4381-A0D2-0BB40F9BA198}" type="slidenum">
              <a:t>‹Nº›</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Imagen con título">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36A1B63C-BE32-4F24-ADDB-201B86EA5EE1}" type="slidenum">
              <a:t>‹Nº›</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a:xfrm>
            <a:off x="2692397" y="5037663"/>
            <a:ext cx="5214635" cy="279400"/>
          </a:xfrm>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a:xfrm>
            <a:off x="8956900" y="5037663"/>
            <a:ext cx="551167" cy="279400"/>
          </a:xfrm>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1242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Tree>
    <p:extLst>
      <p:ext uri="{BB962C8B-B14F-4D97-AF65-F5344CB8AC3E}">
        <p14:creationId xmlns:p14="http://schemas.microsoft.com/office/powerpoint/2010/main" val="32384585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5887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6" name="Footer Placeholder 5"/>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7" name="Slide Number Placeholder 6"/>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Tree>
    <p:extLst>
      <p:ext uri="{BB962C8B-B14F-4D97-AF65-F5344CB8AC3E}">
        <p14:creationId xmlns:p14="http://schemas.microsoft.com/office/powerpoint/2010/main" val="3991636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8" name="Footer Placeholder 7"/>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9" name="Slide Number Placeholder 8"/>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85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4" name="Footer Placeholder 3"/>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5" name="Slide Number Placeholder 4"/>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499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3" name="Footer Placeholder 2"/>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4" name="Slide Number Placeholder 3"/>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Tree>
    <p:extLst>
      <p:ext uri="{BB962C8B-B14F-4D97-AF65-F5344CB8AC3E}">
        <p14:creationId xmlns:p14="http://schemas.microsoft.com/office/powerpoint/2010/main" val="11368461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6" name="Footer Placeholder 5"/>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7" name="Slide Number Placeholder 6"/>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59850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6" name="Footer Placeholder 5"/>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7" name="Slide Number Placeholder 6"/>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Tree>
    <p:extLst>
      <p:ext uri="{BB962C8B-B14F-4D97-AF65-F5344CB8AC3E}">
        <p14:creationId xmlns:p14="http://schemas.microsoft.com/office/powerpoint/2010/main" val="2695148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6" name="Footer Placeholder 5"/>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7" name="Slide Number Placeholder 6"/>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Tree>
    <p:extLst>
      <p:ext uri="{BB962C8B-B14F-4D97-AF65-F5344CB8AC3E}">
        <p14:creationId xmlns:p14="http://schemas.microsoft.com/office/powerpoint/2010/main" val="4926062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8132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50041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Tree>
    <p:extLst>
      <p:ext uri="{BB962C8B-B14F-4D97-AF65-F5344CB8AC3E}">
        <p14:creationId xmlns:p14="http://schemas.microsoft.com/office/powerpoint/2010/main" val="7911753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5636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12099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27140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11"/>
          </p:nvPr>
        </p:nvSpPr>
        <p:spPr/>
        <p:txBody>
          <a:body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12"/>
          </p:nvPr>
        </p:nvSpPr>
        <p:spPr/>
        <p:txBody>
          <a:body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7434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MX" sz="1800" b="0" strike="noStrike" spc="-1">
              <a:solidFill>
                <a:schemeClr val="dk1"/>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s-MX"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38408D6F-6342-40D9-B1A8-4C1B39165B3E}" type="slidenum">
              <a:t>‹Nº›</a:t>
            </a:fld>
            <a:endParaRPr/>
          </a:p>
        </p:txBody>
      </p:sp>
      <p:sp>
        <p:nvSpPr>
          <p:cNvPr id="3"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40021267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image" Target="../media/image4.png"/><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image" Target="../media/image3.png"/><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theme" Target="../theme/theme11.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strike="noStrike" spc="-1">
                <a:solidFill>
                  <a:schemeClr val="dk1"/>
                </a:solidFill>
                <a:latin typeface="Calibri Light"/>
              </a:rPr>
              <a:t>Haga clic para modificar el estilo de título del patrón</a:t>
            </a:r>
            <a:endParaRPr lang="es-MX" sz="4400" b="0" strike="noStrike" spc="-1">
              <a:solidFill>
                <a:schemeClr val="dk1"/>
              </a:solidFill>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MX" sz="1800" b="0" strike="noStrike" spc="-1">
              <a:solidFill>
                <a:schemeClr val="dk1"/>
              </a:solidFill>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34163C5F-F815-426D-84DE-78A73BC0B5C4}"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s-ES" sz="4400" b="0" strike="noStrike" spc="-1">
                <a:solidFill>
                  <a:schemeClr val="dk1"/>
                </a:solidFill>
                <a:latin typeface="Calibri Light"/>
              </a:rPr>
              <a:t>Haga clic para modificar el estilo de título del patrón</a:t>
            </a:r>
            <a:endParaRPr lang="es-MX" sz="4400" b="0" strike="noStrike" spc="-1">
              <a:solidFill>
                <a:schemeClr val="dk1"/>
              </a:solidFill>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MX" sz="1800" b="0" strike="noStrike" spc="-1">
              <a:solidFill>
                <a:schemeClr val="dk1"/>
              </a:solidFill>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8FD5DF27-CAAD-4B02-9547-F0FA8E658FBC}"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strike="noStrike" spc="-1">
                <a:solidFill>
                  <a:schemeClr val="dk1"/>
                </a:solidFill>
                <a:latin typeface="Calibri Light"/>
              </a:rPr>
              <a:t>Haga clic para modificar el estilo de título del patrón</a:t>
            </a:r>
            <a:endParaRPr lang="es-MX" sz="4400" b="0" strike="noStrike" spc="-1">
              <a:solidFill>
                <a:schemeClr val="dk1"/>
              </a:solidFill>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MX" sz="1800" b="0" strike="noStrike" spc="-1">
              <a:solidFill>
                <a:schemeClr val="dk1"/>
              </a:solidFill>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7E794D63-19AD-4C29-B67E-675052D26C99}"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s-ES" sz="6000" b="0" strike="noStrike" spc="-1">
                <a:solidFill>
                  <a:schemeClr val="dk1"/>
                </a:solidFill>
                <a:latin typeface="Calibri Light"/>
              </a:rPr>
              <a:t>Haga clic para modificar el estilo de título del patrón</a:t>
            </a:r>
            <a:endParaRPr lang="es-MX" sz="6000" b="0" strike="noStrike" spc="-1">
              <a:solidFill>
                <a:schemeClr val="dk1"/>
              </a:solidFill>
              <a:latin typeface="Calibri"/>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2400" b="0" strike="noStrike" spc="-1">
                <a:solidFill>
                  <a:schemeClr val="dk1">
                    <a:tint val="75000"/>
                  </a:schemeClr>
                </a:solidFill>
                <a:latin typeface="Calibri"/>
              </a:rPr>
              <a:t>Haga clic para modificar los estilos de texto del patrón</a:t>
            </a:r>
            <a:endParaRPr lang="es-MX" sz="2400" b="0" strike="noStrike" spc="-1">
              <a:solidFill>
                <a:schemeClr val="dk1"/>
              </a:solidFill>
              <a:latin typeface="Calibri"/>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9F35F062-C580-4BC3-9BC8-9B4805120DBD}"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strike="noStrike" spc="-1">
                <a:solidFill>
                  <a:schemeClr val="dk1"/>
                </a:solidFill>
                <a:latin typeface="Calibri Light"/>
              </a:rPr>
              <a:t>Haga clic para modificar el estilo de título del patrón</a:t>
            </a:r>
            <a:endParaRPr lang="es-MX" sz="4400" b="0" strike="noStrike" spc="-1">
              <a:solidFill>
                <a:schemeClr val="dk1"/>
              </a:solidFill>
              <a:latin typeface="Calibri"/>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MX" sz="1800" b="0" strike="noStrike" spc="-1">
              <a:solidFill>
                <a:schemeClr val="dk1"/>
              </a:solidFill>
              <a:latin typeface="Calibri"/>
            </a:endParaRP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MX" sz="1800" b="0" strike="noStrike" spc="-1">
              <a:solidFill>
                <a:schemeClr val="dk1"/>
              </a:solidFill>
              <a:latin typeface="Calibri"/>
            </a:endParaRP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F2FB1EB5-B447-45CE-A9DD-6A59B52FFD79}"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strike="noStrike" spc="-1">
                <a:solidFill>
                  <a:schemeClr val="dk1"/>
                </a:solidFill>
                <a:latin typeface="Calibri Light"/>
              </a:rPr>
              <a:t>Haga clic para modificar el estilo de título del patrón</a:t>
            </a:r>
            <a:endParaRPr lang="es-MX" sz="4400" b="0" strike="noStrike" spc="-1">
              <a:solidFill>
                <a:schemeClr val="dk1"/>
              </a:solidFill>
              <a:latin typeface="Calibri"/>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s-ES" sz="2400" b="1" strike="noStrike" spc="-1">
                <a:solidFill>
                  <a:schemeClr val="dk1"/>
                </a:solidFill>
                <a:latin typeface="Calibri"/>
              </a:rPr>
              <a:t>Haga clic para modificar los estilos de texto del patrón</a:t>
            </a:r>
            <a:endParaRPr lang="es-MX" sz="2400" b="0" strike="noStrike" spc="-1">
              <a:solidFill>
                <a:schemeClr val="dk1"/>
              </a:solidFill>
              <a:latin typeface="Calibri"/>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MX" sz="1800" b="0" strike="noStrike" spc="-1">
              <a:solidFill>
                <a:schemeClr val="dk1"/>
              </a:solidFill>
              <a:latin typeface="Calibri"/>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s-ES" sz="2400" b="1" strike="noStrike" spc="-1">
                <a:solidFill>
                  <a:schemeClr val="dk1"/>
                </a:solidFill>
                <a:latin typeface="Calibri"/>
              </a:rPr>
              <a:t>Haga clic para modificar los estilos de texto del patrón</a:t>
            </a:r>
            <a:endParaRPr lang="es-MX" sz="2400" b="0" strike="noStrike" spc="-1">
              <a:solidFill>
                <a:schemeClr val="dk1"/>
              </a:solidFill>
              <a:latin typeface="Calibri"/>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strike="noStrike" spc="-1">
                <a:solidFill>
                  <a:schemeClr val="dk1"/>
                </a:solidFill>
                <a:latin typeface="Calibri"/>
              </a:rPr>
              <a:t>Haga clic para modificar los estilos de texto del patrón</a:t>
            </a:r>
            <a:endParaRPr lang="es-MX" sz="28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Segundo nivel</a:t>
            </a:r>
            <a:endParaRPr lang="es-MX" sz="24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Tercer nivel</a:t>
            </a:r>
            <a:endParaRPr lang="es-MX" sz="20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Cuarto nivel</a:t>
            </a:r>
            <a:endParaRPr lang="es-MX" sz="18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1800" b="0" strike="noStrike" spc="-1">
                <a:solidFill>
                  <a:schemeClr val="dk1"/>
                </a:solidFill>
                <a:latin typeface="Calibri"/>
              </a:rPr>
              <a:t>Quinto nivel</a:t>
            </a:r>
            <a:endParaRPr lang="es-MX" sz="1800" b="0" strike="noStrike" spc="-1">
              <a:solidFill>
                <a:schemeClr val="dk1"/>
              </a:solidFill>
              <a:latin typeface="Calibri"/>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6C58510A-6CB8-4993-BB20-AF14793B6369}"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strike="noStrike" spc="-1">
                <a:solidFill>
                  <a:schemeClr val="dk1"/>
                </a:solidFill>
                <a:latin typeface="Calibri Light"/>
              </a:rPr>
              <a:t>Haga clic para modificar el estilo de título del patrón</a:t>
            </a:r>
            <a:endParaRPr lang="es-MX" sz="4400" b="0" strike="noStrike" spc="-1">
              <a:solidFill>
                <a:schemeClr val="dk1"/>
              </a:solidFill>
              <a:latin typeface="Calibri"/>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16C92F08-AC93-4DD0-9CB6-A559AEBFCB98}"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3316A5BE-6593-48C3-B280-2A87275EB1FA}"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s-ES" sz="3200" b="0" strike="noStrike" spc="-1">
                <a:solidFill>
                  <a:schemeClr val="dk1"/>
                </a:solidFill>
                <a:latin typeface="Calibri Light"/>
              </a:rPr>
              <a:t>Haga clic para modificar el estilo de título del patrón</a:t>
            </a:r>
            <a:endParaRPr lang="es-MX" sz="3200" b="0" strike="noStrike" spc="-1">
              <a:solidFill>
                <a:schemeClr val="dk1"/>
              </a:solidFill>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3200" b="0" strike="noStrike" spc="-1">
                <a:solidFill>
                  <a:schemeClr val="dk1"/>
                </a:solidFill>
                <a:latin typeface="Calibri"/>
              </a:rPr>
              <a:t>Haga clic para modificar los estilos de texto del patrón</a:t>
            </a:r>
            <a:endParaRPr lang="es-MX" sz="3200" b="0" strike="noStrike" spc="-1">
              <a:solidFill>
                <a:schemeClr val="dk1"/>
              </a:solidFill>
              <a:latin typeface="Calibri"/>
            </a:endParaRPr>
          </a:p>
          <a:p>
            <a:pPr marL="685800" lvl="1" indent="-228600" defTabSz="914400">
              <a:lnSpc>
                <a:spcPct val="90000"/>
              </a:lnSpc>
              <a:spcBef>
                <a:spcPts val="499"/>
              </a:spcBef>
              <a:buClr>
                <a:srgbClr val="000000"/>
              </a:buClr>
              <a:buFont typeface="Arial"/>
              <a:buChar char="•"/>
            </a:pPr>
            <a:r>
              <a:rPr lang="es-ES" sz="2800" b="0" strike="noStrike" spc="-1">
                <a:solidFill>
                  <a:schemeClr val="dk1"/>
                </a:solidFill>
                <a:latin typeface="Calibri"/>
              </a:rPr>
              <a:t>Segundo nivel</a:t>
            </a:r>
            <a:endParaRPr lang="es-MX" sz="2800" b="0" strike="noStrike" spc="-1">
              <a:solidFill>
                <a:schemeClr val="dk1"/>
              </a:solidFill>
              <a:latin typeface="Calibri"/>
            </a:endParaRPr>
          </a:p>
          <a:p>
            <a:pPr marL="1143000" lvl="2" indent="-228600" defTabSz="914400">
              <a:lnSpc>
                <a:spcPct val="90000"/>
              </a:lnSpc>
              <a:spcBef>
                <a:spcPts val="499"/>
              </a:spcBef>
              <a:buClr>
                <a:srgbClr val="000000"/>
              </a:buClr>
              <a:buFont typeface="Arial"/>
              <a:buChar char="•"/>
            </a:pPr>
            <a:r>
              <a:rPr lang="es-ES" sz="2400" b="0" strike="noStrike" spc="-1">
                <a:solidFill>
                  <a:schemeClr val="dk1"/>
                </a:solidFill>
                <a:latin typeface="Calibri"/>
              </a:rPr>
              <a:t>Tercer nivel</a:t>
            </a:r>
            <a:endParaRPr lang="es-MX" sz="2400" b="0" strike="noStrike" spc="-1">
              <a:solidFill>
                <a:schemeClr val="dk1"/>
              </a:solidFill>
              <a:latin typeface="Calibri"/>
            </a:endParaRPr>
          </a:p>
          <a:p>
            <a:pPr marL="1600200" lvl="3"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Cuarto nivel</a:t>
            </a:r>
            <a:endParaRPr lang="es-MX" sz="2000" b="0" strike="noStrike" spc="-1">
              <a:solidFill>
                <a:schemeClr val="dk1"/>
              </a:solidFill>
              <a:latin typeface="Calibri"/>
            </a:endParaRPr>
          </a:p>
          <a:p>
            <a:pPr marL="2057400" lvl="4" indent="-228600" defTabSz="914400">
              <a:lnSpc>
                <a:spcPct val="90000"/>
              </a:lnSpc>
              <a:spcBef>
                <a:spcPts val="499"/>
              </a:spcBef>
              <a:buClr>
                <a:srgbClr val="000000"/>
              </a:buClr>
              <a:buFont typeface="Arial"/>
              <a:buChar char="•"/>
            </a:pPr>
            <a:r>
              <a:rPr lang="es-ES" sz="2000" b="0" strike="noStrike" spc="-1">
                <a:solidFill>
                  <a:schemeClr val="dk1"/>
                </a:solidFill>
                <a:latin typeface="Calibri"/>
              </a:rPr>
              <a:t>Quinto nivel</a:t>
            </a:r>
            <a:endParaRPr lang="es-MX" sz="2000" b="0" strike="noStrike" spc="-1">
              <a:solidFill>
                <a:schemeClr val="dk1"/>
              </a:solidFill>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1600" b="0" strike="noStrike" spc="-1">
                <a:solidFill>
                  <a:schemeClr val="dk1"/>
                </a:solidFill>
                <a:latin typeface="Calibri"/>
              </a:rPr>
              <a:t>Haga clic para modificar los estilos de texto del patrón</a:t>
            </a:r>
            <a:endParaRPr lang="es-MX" sz="1600" b="0" strike="noStrike" spc="-1">
              <a:solidFill>
                <a:schemeClr val="dk1"/>
              </a:solidFill>
              <a:latin typeface="Calibri"/>
            </a:endParaRP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430E8F8D-7D75-4750-9764-AFB8AA709BE6}"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s-ES" sz="3200" b="0" strike="noStrike" spc="-1">
                <a:solidFill>
                  <a:schemeClr val="dk1"/>
                </a:solidFill>
                <a:latin typeface="Calibri Light"/>
              </a:rPr>
              <a:t>Haga clic para modificar el estilo de título del patrón</a:t>
            </a:r>
            <a:endParaRPr lang="es-MX" sz="3200" b="0" strike="noStrike" spc="-1">
              <a:solidFill>
                <a:schemeClr val="dk1"/>
              </a:solidFill>
              <a:latin typeface="Calibri"/>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s-MX" sz="3200" b="0" strike="noStrike" spc="-1">
                <a:solidFill>
                  <a:schemeClr val="dk1"/>
                </a:solidFill>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MX" sz="3200" b="0" strike="noStrike" spc="-1">
                <a:solidFill>
                  <a:schemeClr val="dk1"/>
                </a:solidFill>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MX" sz="3200" b="0" strike="noStrike" spc="-1">
                <a:solidFill>
                  <a:schemeClr val="dk1"/>
                </a:solidFill>
                <a:latin typeface="Calibri"/>
              </a:rPr>
              <a:t>Tercer nivel del esquema</a:t>
            </a:r>
          </a:p>
          <a:p>
            <a:pPr marL="1728000" lvl="3" indent="-216000">
              <a:lnSpc>
                <a:spcPct val="90000"/>
              </a:lnSpc>
              <a:spcBef>
                <a:spcPts val="567"/>
              </a:spcBef>
              <a:buClr>
                <a:srgbClr val="000000"/>
              </a:buClr>
              <a:buSzPct val="75000"/>
              <a:buFont typeface="Symbol" charset="2"/>
              <a:buChar char=""/>
            </a:pPr>
            <a:r>
              <a:rPr lang="es-MX" sz="3200" b="0" strike="noStrike" spc="-1">
                <a:solidFill>
                  <a:schemeClr val="dk1"/>
                </a:solidFill>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MX" sz="3200" b="0" strike="noStrike" spc="-1">
                <a:solidFill>
                  <a:schemeClr val="dk1"/>
                </a:solidFill>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MX" sz="3200" b="0" strike="noStrike" spc="-1">
                <a:solidFill>
                  <a:schemeClr val="dk1"/>
                </a:solidFill>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MX" sz="3200" b="0" strike="noStrike" spc="-1">
                <a:solidFill>
                  <a:schemeClr val="dk1"/>
                </a:solidFill>
                <a:latin typeface="Calibri"/>
              </a:rPr>
              <a:t>Séptimo nivel del esquema</a:t>
            </a: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1600" b="0" strike="noStrike" spc="-1">
                <a:solidFill>
                  <a:schemeClr val="dk1"/>
                </a:solidFill>
                <a:latin typeface="Calibri"/>
              </a:rPr>
              <a:t>Haga clic para modificar los estilos de texto del patrón</a:t>
            </a:r>
            <a:endParaRPr lang="es-MX" sz="1600" b="0" strike="noStrike" spc="-1">
              <a:solidFill>
                <a:schemeClr val="dk1"/>
              </a:solidFill>
              <a:latin typeface="Calibri"/>
            </a:endParaRP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MX" sz="1200" b="0" strike="noStrike" spc="-1">
                <a:solidFill>
                  <a:schemeClr val="dk1">
                    <a:tint val="75000"/>
                  </a:schemeClr>
                </a:solidFill>
                <a:latin typeface="Calibri"/>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MX" sz="1400" b="0" strike="noStrike" spc="-1">
                <a:solidFill>
                  <a:srgbClr val="000000"/>
                </a:solidFill>
                <a:latin typeface="Times New Roman"/>
              </a:defRPr>
            </a:lvl1pPr>
          </a:lstStyle>
          <a:p>
            <a:pPr indent="0" algn="ctr">
              <a:buNone/>
            </a:pPr>
            <a:r>
              <a:rPr lang="es-MX" sz="1400" b="0" strike="noStrike" spc="-1">
                <a:solidFill>
                  <a:srgbClr val="000000"/>
                </a:solidFill>
                <a:latin typeface="Times New Roman"/>
              </a:rPr>
              <a:t>&lt;pie de página&gt;</a:t>
            </a: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MX" sz="1200" b="0" strike="noStrike" spc="-1">
                <a:solidFill>
                  <a:schemeClr val="dk1">
                    <a:tint val="75000"/>
                  </a:schemeClr>
                </a:solidFill>
                <a:latin typeface="Calibri"/>
              </a:defRPr>
            </a:lvl1pPr>
          </a:lstStyle>
          <a:p>
            <a:pPr indent="0" algn="r" defTabSz="914400">
              <a:lnSpc>
                <a:spcPct val="100000"/>
              </a:lnSpc>
              <a:buNone/>
            </a:pPr>
            <a:fld id="{8250683C-51FF-4E4F-A740-FDDABEC0647A}" type="slidenum">
              <a:rPr lang="es-MX" sz="1200" b="0" strike="noStrike" spc="-1">
                <a:solidFill>
                  <a:schemeClr val="dk1">
                    <a:tint val="75000"/>
                  </a:schemeClr>
                </a:solidFill>
                <a:latin typeface="Calibri"/>
              </a:rPr>
              <a:t>‹Nº›</a:t>
            </a:fld>
            <a:endParaRPr lang="es-MX"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s-MX"/>
            </a:p>
          </p:txBody>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indent="0" defTabSz="914400">
              <a:lnSpc>
                <a:spcPct val="100000"/>
              </a:lnSpc>
              <a:buNone/>
            </a:pPr>
            <a:r>
              <a:rPr lang="es-MX" sz="1200" b="0" strike="noStrike" spc="-1">
                <a:solidFill>
                  <a:schemeClr val="dk1">
                    <a:tint val="75000"/>
                  </a:schemeClr>
                </a:solidFill>
                <a:latin typeface="Calibri"/>
              </a:rPr>
              <a:t>&lt;fecha/hora&gt;</a:t>
            </a:r>
            <a:endParaRPr lang="es-MX" sz="1200" b="0" strike="noStrike" spc="-1">
              <a:solidFill>
                <a:srgbClr val="000000"/>
              </a:solidFill>
              <a:latin typeface="Times New Roman"/>
            </a:endParaRP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indent="0" algn="ctr">
              <a:buNone/>
            </a:pPr>
            <a:r>
              <a:rPr lang="es-MX" sz="1400" b="0" strike="noStrike" spc="-1">
                <a:solidFill>
                  <a:srgbClr val="000000"/>
                </a:solidFill>
                <a:latin typeface="Times New Roman"/>
              </a:rPr>
              <a:t>&lt;pie de página&gt;</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indent="0" algn="r" defTabSz="914400">
              <a:lnSpc>
                <a:spcPct val="100000"/>
              </a:lnSpc>
              <a:buNone/>
            </a:pPr>
            <a:fld id="{07D5D4F2-36FD-471C-8963-4C6AC23AB041}" type="slidenum">
              <a:rPr lang="es-MX" sz="1200" b="0" strike="noStrike" spc="-1" smtClean="0">
                <a:solidFill>
                  <a:schemeClr val="dk1">
                    <a:tint val="75000"/>
                  </a:schemeClr>
                </a:solidFill>
                <a:latin typeface="Calibri"/>
              </a:rPr>
              <a:t>‹Nº›</a:t>
            </a:fld>
            <a:endParaRPr lang="es-MX" sz="1200" b="0" strike="noStrike" spc="-1">
              <a:solidFill>
                <a:srgbClr val="000000"/>
              </a:solidFill>
              <a:latin typeface="Times New Roman"/>
            </a:endParaRPr>
          </a:p>
        </p:txBody>
      </p:sp>
    </p:spTree>
    <p:extLst>
      <p:ext uri="{BB962C8B-B14F-4D97-AF65-F5344CB8AC3E}">
        <p14:creationId xmlns:p14="http://schemas.microsoft.com/office/powerpoint/2010/main" val="114345268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ticportal.es/glosario-tic/base-datos-sql"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Imagen 3"/>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p:blipFill>
        <p:spPr>
          <a:xfrm>
            <a:off x="1253520" y="930240"/>
            <a:ext cx="9684720" cy="499752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PlaceHolder 1"/>
          <p:cNvSpPr>
            <a:spLocks noGrp="1"/>
          </p:cNvSpPr>
          <p:nvPr>
            <p:ph/>
          </p:nvPr>
        </p:nvSpPr>
        <p:spPr>
          <a:xfrm>
            <a:off x="329760" y="539640"/>
            <a:ext cx="11737080" cy="5636880"/>
          </a:xfrm>
          <a:prstGeom prst="rect">
            <a:avLst/>
          </a:prstGeom>
          <a:noFill/>
          <a:ln w="0">
            <a:noFill/>
          </a:ln>
        </p:spPr>
        <p:txBody>
          <a:bodyPr lIns="91440" tIns="45720" rIns="91440" bIns="45720" anchor="t">
            <a:noAutofit/>
          </a:bodyPr>
          <a:lstStyle/>
          <a:p>
            <a:pPr defTabSz="914400">
              <a:lnSpc>
                <a:spcPct val="90000"/>
              </a:lnSpc>
              <a:spcBef>
                <a:spcPts val="1001"/>
              </a:spcBef>
              <a:buClr>
                <a:srgbClr val="000000"/>
              </a:buClr>
            </a:pPr>
            <a:r>
              <a:rPr lang="en-US" sz="2800" b="0" strike="noStrike" spc="-1" dirty="0">
                <a:solidFill>
                  <a:srgbClr val="000000"/>
                </a:solidFill>
                <a:latin typeface="Segoe UI"/>
              </a:rPr>
              <a:t>	What is SQL?</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SQL is the standard language for dealing with Relational Databases.</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SQL is used to insert, search, update, and delete database records.</a:t>
            </a:r>
            <a:endParaRPr lang="es-MX" sz="2800" b="0" strike="noStrike" spc="-1" dirty="0">
              <a:solidFill>
                <a:schemeClr val="dk1"/>
              </a:solidFill>
              <a:latin typeface="Calibri"/>
            </a:endParaRPr>
          </a:p>
          <a:p>
            <a:pPr indent="0" defTabSz="914400">
              <a:lnSpc>
                <a:spcPct val="90000"/>
              </a:lnSpc>
              <a:spcBef>
                <a:spcPts val="1001"/>
              </a:spcBef>
              <a:buNone/>
              <a:tabLst>
                <a:tab pos="0" algn="l"/>
              </a:tabLst>
            </a:pP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US" sz="2800" b="0" strike="noStrike" spc="-1" dirty="0">
                <a:solidFill>
                  <a:srgbClr val="000000"/>
                </a:solidFill>
                <a:latin typeface="Segoe UI"/>
              </a:rPr>
              <a:t>Keep in Mind That...</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US" sz="2800" b="0" strike="noStrike" spc="-1" dirty="0">
                <a:solidFill>
                  <a:srgbClr val="000000"/>
                </a:solidFill>
                <a:latin typeface="Verdana"/>
              </a:rPr>
              <a:t>SQL keywords are NOT case sensitive:</a:t>
            </a:r>
            <a:r>
              <a:rPr lang="es-MX" sz="2800" b="0" strike="noStrike" spc="-1" dirty="0" err="1">
                <a:solidFill>
                  <a:schemeClr val="dk1"/>
                </a:solidFill>
                <a:latin typeface="Calibri"/>
              </a:rPr>
              <a:t>Select</a:t>
            </a:r>
            <a:r>
              <a:rPr lang="es-MX" sz="2800" b="0" strike="noStrike" spc="-1" dirty="0">
                <a:solidFill>
                  <a:schemeClr val="dk1"/>
                </a:solidFill>
                <a:latin typeface="Calibri"/>
              </a:rPr>
              <a:t> </a:t>
            </a:r>
            <a:r>
              <a:rPr lang="es-MX" sz="2800" b="0" strike="noStrike" spc="-1" dirty="0" err="1">
                <a:solidFill>
                  <a:schemeClr val="dk1"/>
                </a:solidFill>
                <a:latin typeface="Calibri"/>
              </a:rPr>
              <a:t>is</a:t>
            </a:r>
            <a:r>
              <a:rPr lang="es-MX" sz="2800" b="0" strike="noStrike" spc="-1" dirty="0">
                <a:solidFill>
                  <a:schemeClr val="dk1"/>
                </a:solidFill>
                <a:latin typeface="Calibri"/>
              </a:rPr>
              <a:t> </a:t>
            </a:r>
            <a:r>
              <a:rPr lang="es-MX" sz="2800" b="0" strike="noStrike" spc="-1" dirty="0" err="1">
                <a:solidFill>
                  <a:schemeClr val="dk1"/>
                </a:solidFill>
                <a:latin typeface="Calibri"/>
              </a:rPr>
              <a:t>the</a:t>
            </a:r>
            <a:r>
              <a:rPr lang="es-MX" sz="2800" b="0" strike="noStrike" spc="-1" dirty="0">
                <a:solidFill>
                  <a:schemeClr val="dk1"/>
                </a:solidFill>
                <a:latin typeface="Calibri"/>
              </a:rPr>
              <a:t> </a:t>
            </a:r>
            <a:r>
              <a:rPr lang="es-MX" sz="2800" b="0" strike="noStrike" spc="-1" dirty="0" err="1">
                <a:solidFill>
                  <a:schemeClr val="dk1"/>
                </a:solidFill>
                <a:latin typeface="Calibri"/>
              </a:rPr>
              <a:t>same</a:t>
            </a:r>
            <a:r>
              <a:rPr lang="es-MX" sz="2800" b="0" strike="noStrike" spc="-1" dirty="0">
                <a:solidFill>
                  <a:schemeClr val="dk1"/>
                </a:solidFill>
                <a:latin typeface="Calibri"/>
              </a:rPr>
              <a:t> as SELECT</a:t>
            </a:r>
          </a:p>
          <a:p>
            <a:pPr indent="0" defTabSz="914400">
              <a:lnSpc>
                <a:spcPct val="90000"/>
              </a:lnSpc>
              <a:spcBef>
                <a:spcPts val="1001"/>
              </a:spcBef>
              <a:buNone/>
              <a:tabLst>
                <a:tab pos="0" algn="l"/>
              </a:tabLst>
            </a:pP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tabLst>
                <a:tab pos="0" algn="l"/>
              </a:tabLst>
            </a:pPr>
            <a:r>
              <a:rPr lang="en-US" sz="2800" b="0" strike="noStrike" spc="-1" dirty="0">
                <a:solidFill>
                  <a:srgbClr val="000000"/>
                </a:solidFill>
                <a:latin typeface="Verdana"/>
              </a:rPr>
              <a:t>Semicolon is the standard way to separate each SQL statement in database systems that allow more than one SQL statement to be executed in the same call to the server.</a:t>
            </a:r>
            <a:endParaRPr lang="es-MX" sz="2800" b="0" strike="noStrike" spc="-1" dirty="0">
              <a:solidFill>
                <a:schemeClr val="dk1"/>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p:nvPr>
        </p:nvSpPr>
        <p:spPr>
          <a:xfrm>
            <a:off x="838380" y="835380"/>
            <a:ext cx="10515240" cy="5187240"/>
          </a:xfrm>
          <a:prstGeom prst="rect">
            <a:avLst/>
          </a:prstGeom>
          <a:noFill/>
          <a:ln w="0">
            <a:noFill/>
          </a:ln>
        </p:spPr>
        <p:txBody>
          <a:bodyPr lIns="91440" tIns="45720" rIns="91440" bIns="45720" anchor="t">
            <a:normAutofit fontScale="93550" lnSpcReduction="10000"/>
          </a:bodyPr>
          <a:lstStyle/>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a relational database management system</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open-source</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free</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ideal for both small and large applications</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very fast, reliable, scalable, and easy to use</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cross-platform</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compliant with the ANSI SQL standard</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was first released in 1995</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developed, distributed, and supported by Oracle Corporation</a:t>
            </a:r>
            <a:endParaRPr lang="es-MX" sz="2800" b="0" strike="noStrike" spc="-1" dirty="0">
              <a:solidFill>
                <a:schemeClr val="dk1"/>
              </a:solidFill>
              <a:latin typeface="Calibri"/>
            </a:endParaRPr>
          </a:p>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Verdana"/>
              </a:rPr>
              <a:t>MySQL is named after co-founder Monty </a:t>
            </a:r>
            <a:r>
              <a:rPr lang="en-US" sz="2800" b="0" strike="noStrike" spc="-1" dirty="0" err="1">
                <a:solidFill>
                  <a:srgbClr val="000000"/>
                </a:solidFill>
                <a:latin typeface="Verdana"/>
              </a:rPr>
              <a:t>Widenius's</a:t>
            </a:r>
            <a:r>
              <a:rPr lang="en-US" sz="2800" b="0" strike="noStrike" spc="-1" dirty="0">
                <a:solidFill>
                  <a:srgbClr val="000000"/>
                </a:solidFill>
                <a:latin typeface="Verdana"/>
              </a:rPr>
              <a:t> daughter: My</a:t>
            </a:r>
            <a:endParaRPr lang="es-MX" sz="2800" b="0" strike="noStrike" spc="-1" dirty="0">
              <a:solidFill>
                <a:schemeClr val="dk1"/>
              </a:solidFill>
              <a:latin typeface="Calibri"/>
            </a:endParaRPr>
          </a:p>
          <a:p>
            <a:pPr indent="0" defTabSz="914400">
              <a:lnSpc>
                <a:spcPct val="90000"/>
              </a:lnSpc>
              <a:spcBef>
                <a:spcPts val="1001"/>
              </a:spcBef>
              <a:buNone/>
            </a:pPr>
            <a:endParaRPr lang="es-MX" sz="2800" b="0" strike="noStrike" spc="-1" dirty="0">
              <a:solidFill>
                <a:schemeClr val="dk1"/>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Imagen 5" descr="Interfaz de usuario gráfica&#10;&#10;Descripción generada automáticamente"/>
          <p:cNvPicPr/>
          <p:nvPr/>
        </p:nvPicPr>
        <p:blipFill>
          <a:blip r:embed="rId2"/>
          <a:srcRect t="1389" b="40976"/>
          <a:stretch>
            <a:fillRect/>
          </a:stretch>
        </p:blipFill>
        <p:spPr>
          <a:xfrm>
            <a:off x="122795" y="0"/>
            <a:ext cx="11946410" cy="685800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Imagen 5" descr="Interfaz de usuario gráfica&#10;&#10;Descripción generada automáticamente"/>
          <p:cNvPicPr/>
          <p:nvPr/>
        </p:nvPicPr>
        <p:blipFill>
          <a:blip r:embed="rId2"/>
          <a:srcRect t="59444"/>
          <a:stretch/>
        </p:blipFill>
        <p:spPr>
          <a:xfrm>
            <a:off x="0" y="425561"/>
            <a:ext cx="12192000" cy="5961792"/>
          </a:xfrm>
          <a:prstGeom prst="rect">
            <a:avLst/>
          </a:prstGeom>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p:nvPr>
        </p:nvSpPr>
        <p:spPr>
          <a:xfrm>
            <a:off x="1053528" y="593448"/>
            <a:ext cx="8883847" cy="5632539"/>
          </a:xfrm>
          <a:prstGeom prst="rect">
            <a:avLst/>
          </a:prstGeom>
          <a:solidFill>
            <a:srgbClr val="FFFFFF"/>
          </a:solidFill>
          <a:ln w="0">
            <a:noFill/>
          </a:ln>
        </p:spPr>
        <p:txBody>
          <a:bodyPr lIns="91440" tIns="45720" rIns="91440" bIns="45720" numCol="1" spcCol="0" anchor="ctr">
            <a:noAutofit/>
          </a:bodyPr>
          <a:lstStyle/>
          <a:p>
            <a:pPr marL="228600" indent="-228600" defTabSz="914400">
              <a:lnSpc>
                <a:spcPct val="90000"/>
              </a:lnSpc>
              <a:spcBef>
                <a:spcPts val="1001"/>
              </a:spcBef>
              <a:buClr>
                <a:srgbClr val="000000"/>
              </a:buClr>
              <a:buFont typeface="Arial"/>
              <a:buChar char="•"/>
            </a:pPr>
            <a:r>
              <a:rPr lang="en-US" sz="2800" b="0" strike="noStrike" spc="-1" dirty="0">
                <a:solidFill>
                  <a:srgbClr val="000000"/>
                </a:solidFill>
                <a:latin typeface="Segoe UI"/>
              </a:rPr>
              <a:t>Some of The Most Important SQL Commands</a:t>
            </a:r>
            <a:endParaRPr lang="es-MX" sz="2800" b="0" strike="noStrike" spc="-1" dirty="0">
              <a:solidFill>
                <a:schemeClr val="dk1"/>
              </a:solidFill>
              <a:latin typeface="Calibri"/>
            </a:endParaRPr>
          </a:p>
          <a:p>
            <a:pPr indent="0" defTabSz="914400">
              <a:lnSpc>
                <a:spcPct val="90000"/>
              </a:lnSpc>
              <a:spcBef>
                <a:spcPts val="1001"/>
              </a:spcBef>
              <a:buNone/>
              <a:tabLst>
                <a:tab pos="0" algn="l"/>
              </a:tabLst>
            </a:pPr>
            <a:endParaRPr lang="es-MX" sz="40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SELECT</a:t>
            </a:r>
            <a:r>
              <a:rPr lang="es-MX" sz="2400" b="0" strike="noStrike" spc="-1" dirty="0">
                <a:solidFill>
                  <a:srgbClr val="000000"/>
                </a:solidFill>
                <a:latin typeface="Verdana"/>
              </a:rPr>
              <a:t>  - </a:t>
            </a:r>
            <a:r>
              <a:rPr lang="es-MX" sz="2400" b="0" strike="noStrike" spc="-1" dirty="0" err="1">
                <a:solidFill>
                  <a:srgbClr val="000000"/>
                </a:solidFill>
                <a:latin typeface="Verdana"/>
              </a:rPr>
              <a:t>extracts</a:t>
            </a:r>
            <a:r>
              <a:rPr lang="es-MX" sz="2400" b="0" strike="noStrike" spc="-1" dirty="0">
                <a:solidFill>
                  <a:srgbClr val="000000"/>
                </a:solidFill>
                <a:latin typeface="Verdana"/>
              </a:rPr>
              <a:t> data </a:t>
            </a:r>
            <a:r>
              <a:rPr lang="es-MX" sz="2400" b="0" strike="noStrike" spc="-1" dirty="0" err="1">
                <a:solidFill>
                  <a:srgbClr val="000000"/>
                </a:solidFill>
                <a:latin typeface="Verdana"/>
              </a:rPr>
              <a:t>from</a:t>
            </a:r>
            <a:r>
              <a:rPr lang="es-MX" sz="2400" b="0" strike="noStrike" spc="-1" dirty="0">
                <a:solidFill>
                  <a:srgbClr val="000000"/>
                </a:solidFill>
                <a:latin typeface="Verdana"/>
              </a:rPr>
              <a:t> a </a:t>
            </a:r>
            <a:r>
              <a:rPr lang="es-MX" sz="2400" b="0" strike="noStrike" spc="-1" dirty="0" err="1">
                <a:solidFill>
                  <a:srgbClr val="000000"/>
                </a:solidFill>
                <a:latin typeface="Verdana"/>
              </a:rPr>
              <a:t>database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UPDATE</a:t>
            </a:r>
            <a:r>
              <a:rPr lang="es-MX" sz="2400" b="0" strike="noStrike" spc="-1" dirty="0">
                <a:solidFill>
                  <a:srgbClr val="000000"/>
                </a:solidFill>
                <a:latin typeface="Verdana"/>
              </a:rPr>
              <a:t> - </a:t>
            </a:r>
            <a:r>
              <a:rPr lang="es-MX" sz="2400" b="0" strike="noStrike" spc="-1" dirty="0" err="1">
                <a:solidFill>
                  <a:srgbClr val="000000"/>
                </a:solidFill>
                <a:latin typeface="Verdana"/>
              </a:rPr>
              <a:t>updates</a:t>
            </a:r>
            <a:r>
              <a:rPr lang="es-MX" sz="2400" b="0" strike="noStrike" spc="-1" dirty="0">
                <a:solidFill>
                  <a:srgbClr val="000000"/>
                </a:solidFill>
                <a:latin typeface="Verdana"/>
              </a:rPr>
              <a:t> data in a </a:t>
            </a:r>
            <a:r>
              <a:rPr lang="es-MX" sz="2400" b="0" strike="noStrike" spc="-1" dirty="0" err="1">
                <a:solidFill>
                  <a:srgbClr val="000000"/>
                </a:solidFill>
                <a:latin typeface="Verdana"/>
              </a:rPr>
              <a:t>database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DELETE</a:t>
            </a:r>
            <a:r>
              <a:rPr lang="es-MX" sz="2400" b="0" strike="noStrike" spc="-1" dirty="0">
                <a:solidFill>
                  <a:srgbClr val="000000"/>
                </a:solidFill>
                <a:latin typeface="Verdana"/>
              </a:rPr>
              <a:t> - </a:t>
            </a:r>
            <a:r>
              <a:rPr lang="es-MX" sz="2400" b="0" strike="noStrike" spc="-1" dirty="0" err="1">
                <a:solidFill>
                  <a:srgbClr val="000000"/>
                </a:solidFill>
                <a:latin typeface="Verdana"/>
              </a:rPr>
              <a:t>deletes</a:t>
            </a:r>
            <a:r>
              <a:rPr lang="es-MX" sz="2400" b="0" strike="noStrike" spc="-1" dirty="0">
                <a:solidFill>
                  <a:srgbClr val="000000"/>
                </a:solidFill>
                <a:latin typeface="Verdana"/>
              </a:rPr>
              <a:t> data </a:t>
            </a:r>
            <a:r>
              <a:rPr lang="es-MX" sz="2400" b="0" strike="noStrike" spc="-1" dirty="0" err="1">
                <a:solidFill>
                  <a:srgbClr val="000000"/>
                </a:solidFill>
                <a:latin typeface="Verdana"/>
              </a:rPr>
              <a:t>from</a:t>
            </a:r>
            <a:r>
              <a:rPr lang="es-MX" sz="2400" b="0" strike="noStrike" spc="-1" dirty="0">
                <a:solidFill>
                  <a:srgbClr val="000000"/>
                </a:solidFill>
                <a:latin typeface="Verdana"/>
              </a:rPr>
              <a:t> a </a:t>
            </a:r>
            <a:r>
              <a:rPr lang="es-MX" sz="2400" b="0" strike="noStrike" spc="-1" dirty="0" err="1">
                <a:solidFill>
                  <a:srgbClr val="000000"/>
                </a:solidFill>
                <a:latin typeface="Verdana"/>
              </a:rPr>
              <a:t>database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INSERT INTO</a:t>
            </a:r>
            <a:r>
              <a:rPr lang="es-MX" sz="2400" b="0" strike="noStrike" spc="-1" dirty="0">
                <a:solidFill>
                  <a:srgbClr val="000000"/>
                </a:solidFill>
                <a:latin typeface="Verdana"/>
              </a:rPr>
              <a:t> - </a:t>
            </a:r>
            <a:r>
              <a:rPr lang="es-MX" sz="2400" b="0" strike="noStrike" spc="-1" dirty="0" err="1">
                <a:solidFill>
                  <a:srgbClr val="000000"/>
                </a:solidFill>
                <a:latin typeface="Verdana"/>
              </a:rPr>
              <a:t>inserts</a:t>
            </a:r>
            <a:r>
              <a:rPr lang="es-MX" sz="2400" b="0" strike="noStrike" spc="-1" dirty="0">
                <a:solidFill>
                  <a:srgbClr val="000000"/>
                </a:solidFill>
                <a:latin typeface="Verdana"/>
              </a:rPr>
              <a:t> new data </a:t>
            </a:r>
            <a:r>
              <a:rPr lang="es-MX" sz="2400" b="0" strike="noStrike" spc="-1" dirty="0" err="1">
                <a:solidFill>
                  <a:srgbClr val="000000"/>
                </a:solidFill>
                <a:latin typeface="Verdana"/>
              </a:rPr>
              <a:t>into</a:t>
            </a:r>
            <a:r>
              <a:rPr lang="es-MX" sz="2400" b="0" strike="noStrike" spc="-1" dirty="0">
                <a:solidFill>
                  <a:srgbClr val="000000"/>
                </a:solidFill>
                <a:latin typeface="Verdana"/>
              </a:rPr>
              <a:t> a </a:t>
            </a:r>
            <a:r>
              <a:rPr lang="es-MX" sz="2400" b="0" strike="noStrike" spc="-1" dirty="0" err="1">
                <a:solidFill>
                  <a:srgbClr val="000000"/>
                </a:solidFill>
                <a:latin typeface="Verdana"/>
              </a:rPr>
              <a:t>database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CREATE DATABASE</a:t>
            </a:r>
            <a:r>
              <a:rPr lang="es-MX" sz="2400" b="0" strike="noStrike" spc="-1" dirty="0">
                <a:solidFill>
                  <a:srgbClr val="000000"/>
                </a:solidFill>
                <a:latin typeface="Verdana"/>
              </a:rPr>
              <a:t> - </a:t>
            </a:r>
            <a:r>
              <a:rPr lang="es-MX" sz="2400" b="0" strike="noStrike" spc="-1" dirty="0" err="1">
                <a:solidFill>
                  <a:srgbClr val="000000"/>
                </a:solidFill>
                <a:latin typeface="Verdana"/>
              </a:rPr>
              <a:t>creates</a:t>
            </a:r>
            <a:r>
              <a:rPr lang="es-MX" sz="2400" b="0" strike="noStrike" spc="-1" dirty="0">
                <a:solidFill>
                  <a:srgbClr val="000000"/>
                </a:solidFill>
                <a:latin typeface="Verdana"/>
              </a:rPr>
              <a:t> a new </a:t>
            </a:r>
            <a:r>
              <a:rPr lang="es-MX" sz="2400" b="0" strike="noStrike" spc="-1" dirty="0" err="1">
                <a:solidFill>
                  <a:srgbClr val="000000"/>
                </a:solidFill>
                <a:latin typeface="Verdana"/>
              </a:rPr>
              <a:t>database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ALTER DATABASE</a:t>
            </a:r>
            <a:r>
              <a:rPr lang="es-MX" sz="2400" b="0" strike="noStrike" spc="-1" dirty="0">
                <a:solidFill>
                  <a:srgbClr val="000000"/>
                </a:solidFill>
                <a:latin typeface="Verdana"/>
              </a:rPr>
              <a:t> - </a:t>
            </a:r>
            <a:r>
              <a:rPr lang="es-MX" sz="2400" b="0" strike="noStrike" spc="-1" dirty="0" err="1">
                <a:solidFill>
                  <a:srgbClr val="000000"/>
                </a:solidFill>
                <a:latin typeface="Verdana"/>
              </a:rPr>
              <a:t>modifies</a:t>
            </a:r>
            <a:r>
              <a:rPr lang="es-MX" sz="2400" b="0" strike="noStrike" spc="-1" dirty="0">
                <a:solidFill>
                  <a:srgbClr val="000000"/>
                </a:solidFill>
                <a:latin typeface="Verdana"/>
              </a:rPr>
              <a:t> a </a:t>
            </a:r>
            <a:r>
              <a:rPr lang="es-MX" sz="2400" b="0" strike="noStrike" spc="-1" dirty="0" err="1">
                <a:solidFill>
                  <a:srgbClr val="000000"/>
                </a:solidFill>
                <a:latin typeface="Verdana"/>
              </a:rPr>
              <a:t>database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CREATE TABLE</a:t>
            </a:r>
            <a:r>
              <a:rPr lang="es-MX" sz="2400" b="0" strike="noStrike" spc="-1" dirty="0">
                <a:solidFill>
                  <a:srgbClr val="000000"/>
                </a:solidFill>
                <a:latin typeface="Verdana"/>
              </a:rPr>
              <a:t> - </a:t>
            </a:r>
            <a:r>
              <a:rPr lang="es-MX" sz="2400" b="0" strike="noStrike" spc="-1" dirty="0" err="1">
                <a:solidFill>
                  <a:srgbClr val="000000"/>
                </a:solidFill>
                <a:latin typeface="Verdana"/>
              </a:rPr>
              <a:t>creates</a:t>
            </a:r>
            <a:r>
              <a:rPr lang="es-MX" sz="2400" b="0" strike="noStrike" spc="-1" dirty="0">
                <a:solidFill>
                  <a:srgbClr val="000000"/>
                </a:solidFill>
                <a:latin typeface="Verdana"/>
              </a:rPr>
              <a:t> a new table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ALTER TABLE</a:t>
            </a:r>
            <a:r>
              <a:rPr lang="es-MX" sz="2400" b="0" strike="noStrike" spc="-1" dirty="0">
                <a:solidFill>
                  <a:srgbClr val="000000"/>
                </a:solidFill>
                <a:latin typeface="Verdana"/>
              </a:rPr>
              <a:t> - </a:t>
            </a:r>
            <a:r>
              <a:rPr lang="es-MX" sz="2400" b="0" strike="noStrike" spc="-1" dirty="0" err="1">
                <a:solidFill>
                  <a:srgbClr val="000000"/>
                </a:solidFill>
                <a:latin typeface="Verdana"/>
              </a:rPr>
              <a:t>modifies</a:t>
            </a:r>
            <a:r>
              <a:rPr lang="es-MX" sz="2400" b="0" strike="noStrike" spc="-1" dirty="0">
                <a:solidFill>
                  <a:srgbClr val="000000"/>
                </a:solidFill>
                <a:latin typeface="Verdana"/>
              </a:rPr>
              <a:t> a table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DROP TABLE</a:t>
            </a:r>
            <a:r>
              <a:rPr lang="es-MX" sz="2400" b="0" strike="noStrike" spc="-1" dirty="0">
                <a:solidFill>
                  <a:srgbClr val="000000"/>
                </a:solidFill>
                <a:latin typeface="Verdana"/>
              </a:rPr>
              <a:t> - </a:t>
            </a:r>
            <a:r>
              <a:rPr lang="es-MX" sz="2400" b="0" strike="noStrike" spc="-1" dirty="0" err="1">
                <a:solidFill>
                  <a:srgbClr val="000000"/>
                </a:solidFill>
                <a:latin typeface="Verdana"/>
              </a:rPr>
              <a:t>deletes</a:t>
            </a:r>
            <a:r>
              <a:rPr lang="es-MX" sz="2400" b="0" strike="noStrike" spc="-1" dirty="0">
                <a:solidFill>
                  <a:srgbClr val="000000"/>
                </a:solidFill>
                <a:latin typeface="Verdana"/>
              </a:rPr>
              <a:t> a table</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CREATE INDEX</a:t>
            </a:r>
            <a:r>
              <a:rPr lang="es-MX" sz="2400" b="0" strike="noStrike" spc="-1" dirty="0">
                <a:solidFill>
                  <a:srgbClr val="000000"/>
                </a:solidFill>
                <a:latin typeface="Verdana"/>
              </a:rPr>
              <a:t> - </a:t>
            </a:r>
            <a:r>
              <a:rPr lang="es-MX" sz="2400" b="0" strike="noStrike" spc="-1" dirty="0" err="1">
                <a:solidFill>
                  <a:srgbClr val="000000"/>
                </a:solidFill>
                <a:latin typeface="Verdana"/>
              </a:rPr>
              <a:t>creates</a:t>
            </a:r>
            <a:r>
              <a:rPr lang="es-MX" sz="2400" b="0" strike="noStrike" spc="-1" dirty="0">
                <a:solidFill>
                  <a:srgbClr val="000000"/>
                </a:solidFill>
                <a:latin typeface="Verdana"/>
              </a:rPr>
              <a:t> </a:t>
            </a:r>
            <a:r>
              <a:rPr lang="es-MX" sz="2400" b="0" strike="noStrike" spc="-1" dirty="0" err="1">
                <a:solidFill>
                  <a:srgbClr val="000000"/>
                </a:solidFill>
                <a:latin typeface="Verdana"/>
              </a:rPr>
              <a:t>an</a:t>
            </a:r>
            <a:r>
              <a:rPr lang="es-MX" sz="2400" b="0" strike="noStrike" spc="-1" dirty="0">
                <a:solidFill>
                  <a:srgbClr val="000000"/>
                </a:solidFill>
                <a:latin typeface="Verdana"/>
              </a:rPr>
              <a:t> </a:t>
            </a:r>
            <a:r>
              <a:rPr lang="es-MX" sz="2400" b="0" strike="noStrike" spc="-1" dirty="0" err="1">
                <a:solidFill>
                  <a:srgbClr val="000000"/>
                </a:solidFill>
                <a:latin typeface="Verdana"/>
              </a:rPr>
              <a:t>index</a:t>
            </a:r>
            <a:r>
              <a:rPr lang="es-MX" sz="2400" b="0" strike="noStrike" spc="-1" dirty="0">
                <a:solidFill>
                  <a:srgbClr val="000000"/>
                </a:solidFill>
                <a:latin typeface="Verdana"/>
              </a:rPr>
              <a:t> (</a:t>
            </a:r>
            <a:r>
              <a:rPr lang="es-MX" sz="2400" b="0" strike="noStrike" spc="-1" dirty="0" err="1">
                <a:solidFill>
                  <a:srgbClr val="000000"/>
                </a:solidFill>
                <a:latin typeface="Verdana"/>
              </a:rPr>
              <a:t>search</a:t>
            </a:r>
            <a:r>
              <a:rPr lang="es-MX" sz="2400" b="0" strike="noStrike" spc="-1" dirty="0">
                <a:solidFill>
                  <a:srgbClr val="000000"/>
                </a:solidFill>
                <a:latin typeface="Verdana"/>
              </a:rPr>
              <a:t> </a:t>
            </a:r>
            <a:r>
              <a:rPr lang="es-MX" sz="2400" b="0" strike="noStrike" spc="-1" dirty="0" err="1">
                <a:solidFill>
                  <a:srgbClr val="000000"/>
                </a:solidFill>
                <a:latin typeface="Verdana"/>
              </a:rPr>
              <a:t>key</a:t>
            </a:r>
            <a:r>
              <a:rPr lang="es-MX" sz="2400" b="0" strike="noStrike" spc="-1" dirty="0">
                <a:solidFill>
                  <a:srgbClr val="000000"/>
                </a:solidFill>
                <a:latin typeface="Verdana"/>
              </a:rPr>
              <a:t>)</a:t>
            </a:r>
            <a:endParaRPr lang="es-MX" sz="2400" b="0" strike="noStrike" spc="-1" dirty="0">
              <a:solidFill>
                <a:schemeClr val="dk1"/>
              </a:solidFill>
              <a:latin typeface="Calibri"/>
            </a:endParaRPr>
          </a:p>
          <a:p>
            <a:pPr defTabSz="914400">
              <a:lnSpc>
                <a:spcPct val="100000"/>
              </a:lnSpc>
              <a:buClr>
                <a:srgbClr val="DC143C"/>
              </a:buClr>
              <a:buFont typeface="Arial"/>
              <a:buChar char="•"/>
              <a:tabLst>
                <a:tab pos="0" algn="l"/>
              </a:tabLst>
            </a:pPr>
            <a:r>
              <a:rPr lang="es-MX" sz="2400" b="0" strike="noStrike" spc="-1" dirty="0">
                <a:solidFill>
                  <a:srgbClr val="DC143C"/>
                </a:solidFill>
                <a:latin typeface="Consolas"/>
              </a:rPr>
              <a:t>DROP INDEX</a:t>
            </a:r>
            <a:r>
              <a:rPr lang="es-MX" sz="2400" b="0" strike="noStrike" spc="-1" dirty="0">
                <a:solidFill>
                  <a:srgbClr val="000000"/>
                </a:solidFill>
                <a:latin typeface="Verdana"/>
              </a:rPr>
              <a:t> - </a:t>
            </a:r>
            <a:r>
              <a:rPr lang="es-MX" sz="2400" b="0" strike="noStrike" spc="-1" dirty="0" err="1">
                <a:solidFill>
                  <a:srgbClr val="000000"/>
                </a:solidFill>
                <a:latin typeface="Verdana"/>
              </a:rPr>
              <a:t>deletes</a:t>
            </a:r>
            <a:r>
              <a:rPr lang="es-MX" sz="2400" b="0" strike="noStrike" spc="-1" dirty="0">
                <a:solidFill>
                  <a:srgbClr val="000000"/>
                </a:solidFill>
                <a:latin typeface="Verdana"/>
              </a:rPr>
              <a:t> </a:t>
            </a:r>
            <a:r>
              <a:rPr lang="es-MX" sz="2400" b="0" strike="noStrike" spc="-1" dirty="0" err="1">
                <a:solidFill>
                  <a:srgbClr val="000000"/>
                </a:solidFill>
                <a:latin typeface="Verdana"/>
              </a:rPr>
              <a:t>an</a:t>
            </a:r>
            <a:r>
              <a:rPr lang="es-MX" sz="2400" b="0" strike="noStrike" spc="-1" dirty="0">
                <a:solidFill>
                  <a:srgbClr val="000000"/>
                </a:solidFill>
                <a:latin typeface="Verdana"/>
              </a:rPr>
              <a:t> </a:t>
            </a:r>
            <a:r>
              <a:rPr lang="es-MX" sz="2400" b="0" strike="noStrike" spc="-1" dirty="0" err="1">
                <a:solidFill>
                  <a:srgbClr val="000000"/>
                </a:solidFill>
                <a:latin typeface="Verdana"/>
              </a:rPr>
              <a:t>index</a:t>
            </a:r>
            <a:endParaRPr lang="es-MX" sz="2400" b="0" strike="noStrike" spc="-1" dirty="0">
              <a:solidFill>
                <a:schemeClr val="dk1"/>
              </a:solidFill>
              <a:latin typeface="Calibri"/>
            </a:endParaRPr>
          </a:p>
          <a:p>
            <a:pPr indent="0" defTabSz="914400">
              <a:lnSpc>
                <a:spcPct val="100000"/>
              </a:lnSpc>
              <a:buNone/>
              <a:tabLst>
                <a:tab pos="0" algn="l"/>
              </a:tabLst>
            </a:pPr>
            <a:endParaRPr lang="es-MX" sz="4000" b="0" strike="noStrike" spc="-1" dirty="0">
              <a:solidFill>
                <a:schemeClr val="dk1"/>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p:nvPr>
        </p:nvSpPr>
        <p:spPr>
          <a:xfrm>
            <a:off x="709140" y="752442"/>
            <a:ext cx="10948384" cy="968782"/>
          </a:xfrm>
          <a:prstGeom prst="rect">
            <a:avLst/>
          </a:prstGeom>
          <a:noFill/>
          <a:ln w="0">
            <a:noFill/>
          </a:ln>
        </p:spPr>
        <p:txBody>
          <a:bodyPr lIns="91440" tIns="45720" rIns="91440" bIns="45720" anchor="t">
            <a:noAutofit/>
          </a:bodyPr>
          <a:lstStyle/>
          <a:p>
            <a:pPr defTabSz="914400">
              <a:lnSpc>
                <a:spcPct val="90000"/>
              </a:lnSpc>
              <a:spcBef>
                <a:spcPts val="1001"/>
              </a:spcBef>
              <a:buClr>
                <a:srgbClr val="000000"/>
              </a:buClr>
            </a:pPr>
            <a:r>
              <a:rPr lang="en-US" sz="2000" b="0" strike="noStrike" spc="-1" dirty="0">
                <a:solidFill>
                  <a:srgbClr val="000000"/>
                </a:solidFill>
                <a:latin typeface="Verdana"/>
              </a:rPr>
              <a:t>The following SQL statement </a:t>
            </a:r>
            <a:r>
              <a:rPr lang="en-US" sz="2000" b="0" strike="noStrike" spc="-1" dirty="0">
                <a:solidFill>
                  <a:srgbClr val="00B050"/>
                </a:solidFill>
                <a:latin typeface="Verdana"/>
              </a:rPr>
              <a:t>selects</a:t>
            </a:r>
            <a:r>
              <a:rPr lang="en-US" sz="2000" b="0" strike="noStrike" spc="-1" dirty="0">
                <a:solidFill>
                  <a:srgbClr val="000000"/>
                </a:solidFill>
                <a:latin typeface="Verdana"/>
              </a:rPr>
              <a:t> the "CustomerName", "City", and "Country" </a:t>
            </a:r>
            <a:r>
              <a:rPr lang="en-US" sz="2000" b="0" strike="noStrike" spc="-1" dirty="0">
                <a:solidFill>
                  <a:srgbClr val="00B050"/>
                </a:solidFill>
                <a:latin typeface="Verdana"/>
              </a:rPr>
              <a:t>columns</a:t>
            </a:r>
            <a:r>
              <a:rPr lang="en-US" sz="2000" b="0" strike="noStrike" spc="-1" dirty="0">
                <a:solidFill>
                  <a:srgbClr val="000000"/>
                </a:solidFill>
                <a:latin typeface="Verdana"/>
              </a:rPr>
              <a:t> </a:t>
            </a:r>
            <a:r>
              <a:rPr lang="en-US" sz="2000" b="0" strike="noStrike" spc="-1" dirty="0">
                <a:solidFill>
                  <a:srgbClr val="00B050"/>
                </a:solidFill>
                <a:latin typeface="Verdana"/>
              </a:rPr>
              <a:t>from</a:t>
            </a:r>
            <a:r>
              <a:rPr lang="en-US" sz="2000" b="0" strike="noStrike" spc="-1" dirty="0">
                <a:solidFill>
                  <a:srgbClr val="000000"/>
                </a:solidFill>
                <a:latin typeface="Verdana"/>
              </a:rPr>
              <a:t> the "Customers" </a:t>
            </a:r>
            <a:r>
              <a:rPr lang="en-US" sz="2000" b="0" strike="noStrike" spc="-1" dirty="0">
                <a:solidFill>
                  <a:srgbClr val="00B050"/>
                </a:solidFill>
                <a:latin typeface="Verdana"/>
              </a:rPr>
              <a:t>table</a:t>
            </a:r>
            <a:r>
              <a:rPr lang="en-US" sz="2000" b="0" strike="noStrike" spc="-1" dirty="0">
                <a:solidFill>
                  <a:srgbClr val="000000"/>
                </a:solidFill>
                <a:latin typeface="Verdana"/>
              </a:rPr>
              <a:t>:</a:t>
            </a:r>
            <a:endParaRPr lang="es-MX" sz="2000" b="0" strike="noStrike" spc="-1" dirty="0">
              <a:solidFill>
                <a:schemeClr val="dk1"/>
              </a:solidFill>
              <a:latin typeface="Calibri"/>
            </a:endParaRPr>
          </a:p>
          <a:p>
            <a:pPr marL="228600" indent="-228600" defTabSz="914400">
              <a:lnSpc>
                <a:spcPct val="90000"/>
              </a:lnSpc>
              <a:spcBef>
                <a:spcPts val="1001"/>
              </a:spcBef>
              <a:buClr>
                <a:srgbClr val="0000CD"/>
              </a:buClr>
              <a:buFont typeface="Arial"/>
              <a:buChar char="•"/>
            </a:pPr>
            <a:r>
              <a:rPr lang="en-US" sz="2000" b="0" strike="noStrike" spc="-1" dirty="0">
                <a:solidFill>
                  <a:srgbClr val="0000CD"/>
                </a:solidFill>
                <a:latin typeface="Consolas"/>
              </a:rPr>
              <a:t>SELECT</a:t>
            </a:r>
            <a:r>
              <a:rPr lang="en-US" sz="2000" b="0" strike="noStrike" spc="-1" dirty="0">
                <a:solidFill>
                  <a:srgbClr val="000000"/>
                </a:solidFill>
                <a:latin typeface="Consolas"/>
              </a:rPr>
              <a:t> CustomerName, City, Country </a:t>
            </a:r>
            <a:r>
              <a:rPr lang="en-US" sz="2000" b="0" strike="noStrike" spc="-1" dirty="0">
                <a:solidFill>
                  <a:srgbClr val="0000CD"/>
                </a:solidFill>
                <a:latin typeface="Consolas"/>
              </a:rPr>
              <a:t>FROM</a:t>
            </a:r>
            <a:r>
              <a:rPr lang="en-US" sz="2000" b="0" strike="noStrike" spc="-1" dirty="0">
                <a:solidFill>
                  <a:srgbClr val="000000"/>
                </a:solidFill>
                <a:latin typeface="Consolas"/>
              </a:rPr>
              <a:t> Customers;</a:t>
            </a:r>
            <a:endParaRPr lang="es-MX" sz="2000" b="0" strike="noStrike" spc="-1" dirty="0">
              <a:solidFill>
                <a:schemeClr val="dk1"/>
              </a:solidFill>
              <a:latin typeface="Calibri"/>
            </a:endParaRPr>
          </a:p>
        </p:txBody>
      </p:sp>
      <p:sp>
        <p:nvSpPr>
          <p:cNvPr id="73" name="Marcador de contenido 2"/>
          <p:cNvSpPr/>
          <p:nvPr/>
        </p:nvSpPr>
        <p:spPr>
          <a:xfrm>
            <a:off x="709140" y="2030802"/>
            <a:ext cx="10528920" cy="7041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90000"/>
              </a:lnSpc>
              <a:spcBef>
                <a:spcPts val="1001"/>
              </a:spcBef>
              <a:buClr>
                <a:srgbClr val="000000"/>
              </a:buClr>
            </a:pPr>
            <a:r>
              <a:rPr lang="en-US" sz="2000" b="0" strike="noStrike" spc="-1" dirty="0">
                <a:solidFill>
                  <a:srgbClr val="000000"/>
                </a:solidFill>
                <a:latin typeface="Verdana"/>
              </a:rPr>
              <a:t>The following SQL statement </a:t>
            </a:r>
            <a:r>
              <a:rPr lang="en-US" sz="2000" b="1" strike="noStrike" spc="-1" dirty="0">
                <a:solidFill>
                  <a:srgbClr val="00B050"/>
                </a:solidFill>
                <a:latin typeface="Verdana"/>
              </a:rPr>
              <a:t>*</a:t>
            </a:r>
            <a:r>
              <a:rPr lang="en-US" sz="2000" b="0" strike="noStrike" spc="-1" dirty="0">
                <a:solidFill>
                  <a:srgbClr val="000000"/>
                </a:solidFill>
                <a:latin typeface="Verdana"/>
              </a:rPr>
              <a:t> selects </a:t>
            </a:r>
            <a:r>
              <a:rPr lang="en-US" sz="2000" b="0" strike="noStrike" spc="-1" dirty="0">
                <a:solidFill>
                  <a:srgbClr val="00B050"/>
                </a:solidFill>
                <a:latin typeface="Verdana"/>
              </a:rPr>
              <a:t>ALL the columns from</a:t>
            </a:r>
            <a:r>
              <a:rPr lang="en-US" sz="2000" b="0" strike="noStrike" spc="-1" dirty="0">
                <a:solidFill>
                  <a:srgbClr val="000000"/>
                </a:solidFill>
                <a:latin typeface="Verdana"/>
              </a:rPr>
              <a:t> the "Customers" </a:t>
            </a:r>
            <a:r>
              <a:rPr lang="en-US" sz="2000" b="0" strike="noStrike" spc="-1" dirty="0">
                <a:solidFill>
                  <a:srgbClr val="00B050"/>
                </a:solidFill>
                <a:latin typeface="Verdana"/>
              </a:rPr>
              <a:t>table</a:t>
            </a:r>
            <a:r>
              <a:rPr lang="en-US" sz="2000" b="0" strike="noStrike" spc="-1" dirty="0">
                <a:solidFill>
                  <a:srgbClr val="000000"/>
                </a:solidFill>
                <a:latin typeface="Verdana"/>
              </a:rPr>
              <a:t>:</a:t>
            </a:r>
            <a:endParaRPr lang="es-MX" sz="2000" b="0" strike="noStrike" spc="-1" dirty="0">
              <a:solidFill>
                <a:srgbClr val="000000"/>
              </a:solidFill>
              <a:latin typeface="Arial"/>
            </a:endParaRPr>
          </a:p>
          <a:p>
            <a:pPr marL="228600" indent="-228600" defTabSz="914400">
              <a:lnSpc>
                <a:spcPct val="90000"/>
              </a:lnSpc>
              <a:spcBef>
                <a:spcPts val="1001"/>
              </a:spcBef>
              <a:buClr>
                <a:srgbClr val="0000CD"/>
              </a:buClr>
              <a:buFont typeface="Arial"/>
              <a:buChar char="•"/>
            </a:pPr>
            <a:r>
              <a:rPr lang="es-MX" sz="2000" b="0" strike="noStrike" spc="-1" dirty="0">
                <a:solidFill>
                  <a:srgbClr val="0000CD"/>
                </a:solidFill>
                <a:latin typeface="Consolas"/>
              </a:rPr>
              <a:t>SELECT</a:t>
            </a:r>
            <a:r>
              <a:rPr lang="es-MX" sz="2000" b="0" strike="noStrike" spc="-1" dirty="0">
                <a:solidFill>
                  <a:srgbClr val="000000"/>
                </a:solidFill>
                <a:latin typeface="Consolas"/>
              </a:rPr>
              <a:t> * </a:t>
            </a:r>
            <a:r>
              <a:rPr lang="es-MX" sz="2000" b="0" strike="noStrike" spc="-1" dirty="0">
                <a:solidFill>
                  <a:srgbClr val="0000CD"/>
                </a:solidFill>
                <a:latin typeface="Consolas"/>
              </a:rPr>
              <a:t>FROM</a:t>
            </a:r>
            <a:r>
              <a:rPr lang="es-MX" sz="2000" b="0" strike="noStrike" spc="-1" dirty="0">
                <a:solidFill>
                  <a:srgbClr val="000000"/>
                </a:solidFill>
                <a:latin typeface="Consolas"/>
              </a:rPr>
              <a:t> </a:t>
            </a:r>
            <a:r>
              <a:rPr lang="es-MX" sz="2000" b="0" strike="noStrike" spc="-1" dirty="0" err="1">
                <a:solidFill>
                  <a:srgbClr val="000000"/>
                </a:solidFill>
                <a:latin typeface="Consolas"/>
              </a:rPr>
              <a:t>Customers</a:t>
            </a:r>
            <a:r>
              <a:rPr lang="es-MX" sz="2000" b="0" strike="noStrike" spc="-1" dirty="0">
                <a:solidFill>
                  <a:srgbClr val="000000"/>
                </a:solidFill>
                <a:latin typeface="Consolas"/>
              </a:rPr>
              <a:t>;</a:t>
            </a:r>
            <a:endParaRPr lang="es-MX" sz="2000" b="0" strike="noStrike" spc="-1" dirty="0">
              <a:solidFill>
                <a:srgbClr val="000000"/>
              </a:solidFill>
              <a:latin typeface="Arial"/>
            </a:endParaRPr>
          </a:p>
        </p:txBody>
      </p:sp>
      <p:sp>
        <p:nvSpPr>
          <p:cNvPr id="74" name="Marcador de contenido 2"/>
          <p:cNvSpPr/>
          <p:nvPr/>
        </p:nvSpPr>
        <p:spPr>
          <a:xfrm>
            <a:off x="831540" y="3313482"/>
            <a:ext cx="10528920" cy="8492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90000"/>
              </a:lnSpc>
              <a:spcBef>
                <a:spcPts val="1001"/>
              </a:spcBef>
              <a:buClr>
                <a:srgbClr val="000000"/>
              </a:buClr>
            </a:pPr>
            <a:r>
              <a:rPr lang="en-US" sz="2000" b="0" strike="noStrike" spc="-1" dirty="0">
                <a:solidFill>
                  <a:srgbClr val="000000"/>
                </a:solidFill>
                <a:latin typeface="Verdana"/>
              </a:rPr>
              <a:t>The </a:t>
            </a:r>
            <a:r>
              <a:rPr lang="en-US" sz="2000" b="0" strike="noStrike" spc="-1" dirty="0">
                <a:solidFill>
                  <a:srgbClr val="00B050"/>
                </a:solidFill>
                <a:latin typeface="Verdana"/>
              </a:rPr>
              <a:t>WHERE</a:t>
            </a:r>
            <a:r>
              <a:rPr lang="en-US" sz="2000" b="0" strike="noStrike" spc="-1" dirty="0">
                <a:solidFill>
                  <a:srgbClr val="000000"/>
                </a:solidFill>
                <a:latin typeface="Verdana"/>
              </a:rPr>
              <a:t> clause is used to </a:t>
            </a:r>
            <a:r>
              <a:rPr lang="en-US" sz="2000" b="0" strike="noStrike" spc="-1" dirty="0">
                <a:solidFill>
                  <a:srgbClr val="00B050"/>
                </a:solidFill>
                <a:latin typeface="Verdana"/>
              </a:rPr>
              <a:t>filter records, a condition</a:t>
            </a:r>
            <a:endParaRPr lang="es-MX" sz="2000" b="0" strike="noStrike" spc="-1" dirty="0">
              <a:solidFill>
                <a:srgbClr val="00B050"/>
              </a:solidFill>
              <a:latin typeface="Arial"/>
            </a:endParaRPr>
          </a:p>
          <a:p>
            <a:pPr marL="228600" indent="-228600" defTabSz="914400">
              <a:lnSpc>
                <a:spcPct val="90000"/>
              </a:lnSpc>
              <a:spcBef>
                <a:spcPts val="1001"/>
              </a:spcBef>
              <a:buClr>
                <a:srgbClr val="0000CD"/>
              </a:buClr>
              <a:buFont typeface="Arial"/>
              <a:buChar char="•"/>
            </a:pPr>
            <a:r>
              <a:rPr lang="en-US" sz="2000" b="0" strike="noStrike" spc="-1" dirty="0">
                <a:solidFill>
                  <a:srgbClr val="0000CD"/>
                </a:solidFill>
                <a:latin typeface="Consolas"/>
              </a:rPr>
              <a:t>SELECT</a:t>
            </a:r>
            <a:r>
              <a:rPr lang="en-US" sz="2000" b="0" strike="noStrike" spc="-1" dirty="0">
                <a:solidFill>
                  <a:srgbClr val="000000"/>
                </a:solidFill>
                <a:latin typeface="Consolas"/>
              </a:rPr>
              <a:t> * </a:t>
            </a:r>
            <a:r>
              <a:rPr lang="en-US" sz="2000" b="0" strike="noStrike" spc="-1" dirty="0">
                <a:solidFill>
                  <a:srgbClr val="0000CD"/>
                </a:solidFill>
                <a:latin typeface="Consolas"/>
              </a:rPr>
              <a:t>FROM</a:t>
            </a:r>
            <a:r>
              <a:rPr lang="en-US" sz="2000" b="0" strike="noStrike" spc="-1" dirty="0">
                <a:solidFill>
                  <a:srgbClr val="000000"/>
                </a:solidFill>
                <a:latin typeface="Consolas"/>
              </a:rPr>
              <a:t> Customers</a:t>
            </a:r>
            <a:br>
              <a:rPr sz="2000" dirty="0"/>
            </a:br>
            <a:r>
              <a:rPr lang="en-US" sz="2000" b="0" strike="noStrike" spc="-1" dirty="0">
                <a:solidFill>
                  <a:srgbClr val="0000CD"/>
                </a:solidFill>
                <a:latin typeface="Consolas"/>
              </a:rPr>
              <a:t>WHERE</a:t>
            </a:r>
            <a:r>
              <a:rPr lang="en-US" sz="2000" b="0" strike="noStrike" spc="-1" dirty="0">
                <a:solidFill>
                  <a:srgbClr val="000000"/>
                </a:solidFill>
                <a:latin typeface="Consolas"/>
              </a:rPr>
              <a:t> Country = </a:t>
            </a:r>
            <a:r>
              <a:rPr lang="en-US" sz="2000" b="0" strike="noStrike" spc="-1" dirty="0">
                <a:solidFill>
                  <a:srgbClr val="A52A2A"/>
                </a:solidFill>
                <a:latin typeface="Consolas"/>
              </a:rPr>
              <a:t>'Mexico'</a:t>
            </a:r>
            <a:r>
              <a:rPr lang="en-US" sz="2000" b="0" strike="noStrike" spc="-1" dirty="0">
                <a:solidFill>
                  <a:srgbClr val="000000"/>
                </a:solidFill>
                <a:latin typeface="Consolas"/>
              </a:rPr>
              <a:t>;</a:t>
            </a:r>
            <a:endParaRPr lang="es-MX" sz="2000" b="0" strike="noStrike" spc="-1" dirty="0">
              <a:solidFill>
                <a:srgbClr val="000000"/>
              </a:solidFill>
              <a:latin typeface="Arial"/>
            </a:endParaRPr>
          </a:p>
        </p:txBody>
      </p:sp>
      <p:sp>
        <p:nvSpPr>
          <p:cNvPr id="75" name="Marcador de contenido 2"/>
          <p:cNvSpPr/>
          <p:nvPr/>
        </p:nvSpPr>
        <p:spPr>
          <a:xfrm>
            <a:off x="831540" y="4614882"/>
            <a:ext cx="10528920" cy="154008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90000"/>
              </a:lnSpc>
              <a:spcBef>
                <a:spcPts val="1001"/>
              </a:spcBef>
              <a:buClr>
                <a:srgbClr val="000000"/>
              </a:buClr>
            </a:pPr>
            <a:r>
              <a:rPr lang="en-US" sz="2000" b="0" strike="noStrike" spc="-1" dirty="0">
                <a:solidFill>
                  <a:srgbClr val="000000"/>
                </a:solidFill>
                <a:latin typeface="Segoe UI"/>
              </a:rPr>
              <a:t>MySQL </a:t>
            </a:r>
            <a:r>
              <a:rPr lang="en-US" sz="2000" b="0" strike="noStrike" spc="-1" dirty="0">
                <a:solidFill>
                  <a:srgbClr val="00B050"/>
                </a:solidFill>
                <a:latin typeface="Segoe UI"/>
              </a:rPr>
              <a:t>AND</a:t>
            </a:r>
            <a:r>
              <a:rPr lang="en-US" sz="2000" b="0" strike="noStrike" spc="-1" dirty="0">
                <a:solidFill>
                  <a:srgbClr val="000000"/>
                </a:solidFill>
                <a:latin typeface="Segoe UI"/>
              </a:rPr>
              <a:t>, </a:t>
            </a:r>
            <a:r>
              <a:rPr lang="en-US" sz="2000" b="0" strike="noStrike" spc="-1" dirty="0">
                <a:solidFill>
                  <a:srgbClr val="00B050"/>
                </a:solidFill>
                <a:latin typeface="Segoe UI"/>
              </a:rPr>
              <a:t>OR</a:t>
            </a:r>
            <a:r>
              <a:rPr lang="en-US" sz="2000" b="0" strike="noStrike" spc="-1" dirty="0">
                <a:solidFill>
                  <a:srgbClr val="000000"/>
                </a:solidFill>
                <a:latin typeface="Segoe UI"/>
              </a:rPr>
              <a:t> and </a:t>
            </a:r>
            <a:r>
              <a:rPr lang="en-US" sz="2000" b="0" strike="noStrike" spc="-1" dirty="0">
                <a:solidFill>
                  <a:srgbClr val="00B050"/>
                </a:solidFill>
                <a:latin typeface="Segoe UI"/>
              </a:rPr>
              <a:t>NOT</a:t>
            </a:r>
            <a:r>
              <a:rPr lang="en-US" sz="2000" b="0" strike="noStrike" spc="-1" dirty="0">
                <a:solidFill>
                  <a:srgbClr val="000000"/>
                </a:solidFill>
                <a:latin typeface="Segoe UI"/>
              </a:rPr>
              <a:t> Operators</a:t>
            </a:r>
            <a:endParaRPr lang="es-MX" sz="2000" b="0" strike="noStrike" spc="-1" dirty="0">
              <a:solidFill>
                <a:srgbClr val="000000"/>
              </a:solidFill>
              <a:latin typeface="Arial"/>
            </a:endParaRPr>
          </a:p>
          <a:p>
            <a:pPr marL="228600" indent="-228600" defTabSz="914400">
              <a:lnSpc>
                <a:spcPct val="90000"/>
              </a:lnSpc>
              <a:spcBef>
                <a:spcPts val="1001"/>
              </a:spcBef>
              <a:buClr>
                <a:srgbClr val="0000CD"/>
              </a:buClr>
              <a:buFont typeface="Arial"/>
              <a:buChar char="•"/>
            </a:pPr>
            <a:r>
              <a:rPr lang="en-US" sz="2000" b="0" strike="noStrike" spc="-1" dirty="0">
                <a:solidFill>
                  <a:srgbClr val="0000CD"/>
                </a:solidFill>
                <a:latin typeface="Consolas"/>
              </a:rPr>
              <a:t>WHERE</a:t>
            </a:r>
            <a:r>
              <a:rPr lang="en-US" sz="2000" b="0" strike="noStrike" spc="-1" dirty="0">
                <a:solidFill>
                  <a:srgbClr val="000000"/>
                </a:solidFill>
                <a:latin typeface="Consolas"/>
              </a:rPr>
              <a:t> Country = </a:t>
            </a:r>
            <a:r>
              <a:rPr lang="en-US" sz="2000" b="0" strike="noStrike" spc="-1" dirty="0">
                <a:solidFill>
                  <a:srgbClr val="A52A2A"/>
                </a:solidFill>
                <a:latin typeface="Consolas"/>
              </a:rPr>
              <a:t>'Germany'</a:t>
            </a:r>
            <a:r>
              <a:rPr lang="en-US" sz="2000" b="0" strike="noStrike" spc="-1" dirty="0">
                <a:solidFill>
                  <a:srgbClr val="FF0000"/>
                </a:solidFill>
                <a:latin typeface="Consolas"/>
              </a:rPr>
              <a:t> </a:t>
            </a:r>
            <a:r>
              <a:rPr lang="en-US" sz="2000" b="0" strike="noStrike" spc="-1" dirty="0">
                <a:solidFill>
                  <a:srgbClr val="0000CD"/>
                </a:solidFill>
                <a:latin typeface="Consolas"/>
              </a:rPr>
              <a:t>AND</a:t>
            </a:r>
            <a:r>
              <a:rPr lang="en-US" sz="2000" b="0" strike="noStrike" spc="-1" dirty="0">
                <a:solidFill>
                  <a:srgbClr val="000000"/>
                </a:solidFill>
                <a:latin typeface="Consolas"/>
              </a:rPr>
              <a:t> City = </a:t>
            </a:r>
            <a:r>
              <a:rPr lang="en-US" sz="2000" b="0" strike="noStrike" spc="-1" dirty="0">
                <a:solidFill>
                  <a:srgbClr val="A52A2A"/>
                </a:solidFill>
                <a:latin typeface="Consolas"/>
              </a:rPr>
              <a:t>'Berlin’</a:t>
            </a:r>
            <a:r>
              <a:rPr lang="en-US" sz="2000" b="0" strike="noStrike" spc="-1" dirty="0">
                <a:solidFill>
                  <a:srgbClr val="000000"/>
                </a:solidFill>
                <a:latin typeface="Consolas"/>
              </a:rPr>
              <a:t>;</a:t>
            </a:r>
            <a:endParaRPr lang="es-MX" sz="2000" b="0" strike="noStrike" spc="-1" dirty="0">
              <a:solidFill>
                <a:srgbClr val="000000"/>
              </a:solidFill>
              <a:latin typeface="Arial"/>
            </a:endParaRPr>
          </a:p>
          <a:p>
            <a:pPr marL="228600" indent="-228600" defTabSz="914400">
              <a:lnSpc>
                <a:spcPct val="90000"/>
              </a:lnSpc>
              <a:spcBef>
                <a:spcPts val="1001"/>
              </a:spcBef>
              <a:buClr>
                <a:srgbClr val="0000CD"/>
              </a:buClr>
              <a:buFont typeface="Arial"/>
              <a:buChar char="•"/>
            </a:pPr>
            <a:r>
              <a:rPr lang="en-US" sz="2000" b="0" strike="noStrike" spc="-1" dirty="0">
                <a:solidFill>
                  <a:srgbClr val="0000CD"/>
                </a:solidFill>
                <a:latin typeface="Consolas"/>
              </a:rPr>
              <a:t>WHERE</a:t>
            </a:r>
            <a:r>
              <a:rPr lang="en-US" sz="2000" b="0" strike="noStrike" spc="-1" dirty="0">
                <a:solidFill>
                  <a:srgbClr val="000000"/>
                </a:solidFill>
                <a:latin typeface="Consolas"/>
              </a:rPr>
              <a:t> City = </a:t>
            </a:r>
            <a:r>
              <a:rPr lang="en-US" sz="2000" b="0" strike="noStrike" spc="-1" dirty="0">
                <a:solidFill>
                  <a:srgbClr val="A52A2A"/>
                </a:solidFill>
                <a:latin typeface="Consolas"/>
              </a:rPr>
              <a:t>'Berlin'</a:t>
            </a:r>
            <a:r>
              <a:rPr lang="en-US" sz="2000" b="0" strike="noStrike" spc="-1" dirty="0">
                <a:solidFill>
                  <a:srgbClr val="FF0000"/>
                </a:solidFill>
                <a:latin typeface="Consolas"/>
              </a:rPr>
              <a:t> </a:t>
            </a:r>
            <a:r>
              <a:rPr lang="en-US" sz="2000" b="0" strike="noStrike" spc="-1" dirty="0">
                <a:solidFill>
                  <a:srgbClr val="0000CD"/>
                </a:solidFill>
                <a:latin typeface="Consolas"/>
              </a:rPr>
              <a:t>OR</a:t>
            </a:r>
            <a:r>
              <a:rPr lang="en-US" sz="2000" b="0" strike="noStrike" spc="-1" dirty="0">
                <a:solidFill>
                  <a:srgbClr val="000000"/>
                </a:solidFill>
                <a:latin typeface="Consolas"/>
              </a:rPr>
              <a:t> City = </a:t>
            </a:r>
            <a:r>
              <a:rPr lang="en-US" sz="2000" b="0" strike="noStrike" spc="-1" dirty="0">
                <a:solidFill>
                  <a:srgbClr val="A52A2A"/>
                </a:solidFill>
                <a:latin typeface="Consolas"/>
              </a:rPr>
              <a:t>'Stuttgart’</a:t>
            </a:r>
            <a:r>
              <a:rPr lang="en-US" sz="2000" b="0" strike="noStrike" spc="-1" dirty="0">
                <a:solidFill>
                  <a:srgbClr val="000000"/>
                </a:solidFill>
                <a:latin typeface="Consolas"/>
              </a:rPr>
              <a:t>;</a:t>
            </a:r>
            <a:endParaRPr lang="es-MX" sz="2000" b="0" strike="noStrike" spc="-1" dirty="0">
              <a:solidFill>
                <a:srgbClr val="000000"/>
              </a:solidFill>
              <a:latin typeface="Arial"/>
            </a:endParaRPr>
          </a:p>
          <a:p>
            <a:pPr marL="228600" indent="-228600" defTabSz="914400">
              <a:lnSpc>
                <a:spcPct val="90000"/>
              </a:lnSpc>
              <a:spcBef>
                <a:spcPts val="1001"/>
              </a:spcBef>
              <a:buClr>
                <a:srgbClr val="0000CD"/>
              </a:buClr>
              <a:buFont typeface="Arial"/>
              <a:buChar char="•"/>
            </a:pPr>
            <a:r>
              <a:rPr lang="es-MX" sz="2000" b="0" strike="noStrike" spc="-1" dirty="0">
                <a:solidFill>
                  <a:srgbClr val="0000CD"/>
                </a:solidFill>
                <a:latin typeface="Consolas"/>
              </a:rPr>
              <a:t>WHERE</a:t>
            </a:r>
            <a:r>
              <a:rPr lang="es-MX" sz="2000" b="0" strike="noStrike" spc="-1" dirty="0">
                <a:solidFill>
                  <a:srgbClr val="000000"/>
                </a:solidFill>
                <a:latin typeface="Consolas"/>
              </a:rPr>
              <a:t> </a:t>
            </a:r>
            <a:r>
              <a:rPr lang="es-MX" sz="2000" b="0" strike="noStrike" spc="-1" dirty="0">
                <a:solidFill>
                  <a:srgbClr val="0000CD"/>
                </a:solidFill>
                <a:latin typeface="Consolas"/>
              </a:rPr>
              <a:t>NOT</a:t>
            </a:r>
            <a:r>
              <a:rPr lang="es-MX" sz="2000" b="0" strike="noStrike" spc="-1" dirty="0">
                <a:solidFill>
                  <a:srgbClr val="000000"/>
                </a:solidFill>
                <a:latin typeface="Consolas"/>
              </a:rPr>
              <a:t> Country = </a:t>
            </a:r>
            <a:r>
              <a:rPr lang="es-MX" sz="2000" b="0" strike="noStrike" spc="-1" dirty="0">
                <a:solidFill>
                  <a:srgbClr val="A52A2A"/>
                </a:solidFill>
                <a:latin typeface="Consolas"/>
              </a:rPr>
              <a:t>'</a:t>
            </a:r>
            <a:r>
              <a:rPr lang="es-MX" sz="2000" b="0" strike="noStrike" spc="-1" dirty="0" err="1">
                <a:solidFill>
                  <a:srgbClr val="A52A2A"/>
                </a:solidFill>
                <a:latin typeface="Consolas"/>
              </a:rPr>
              <a:t>Germany</a:t>
            </a:r>
            <a:r>
              <a:rPr lang="es-MX" sz="2000" b="0" strike="noStrike" spc="-1" dirty="0">
                <a:solidFill>
                  <a:srgbClr val="A52A2A"/>
                </a:solidFill>
                <a:latin typeface="Consolas"/>
              </a:rPr>
              <a:t>'</a:t>
            </a:r>
            <a:r>
              <a:rPr lang="es-MX" sz="2000" b="0" strike="noStrike" spc="-1" dirty="0">
                <a:solidFill>
                  <a:srgbClr val="000000"/>
                </a:solidFill>
                <a:latin typeface="Consolas"/>
              </a:rPr>
              <a:t>;</a:t>
            </a:r>
            <a:endParaRPr lang="es-MX" sz="20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Marcador de contenido 2"/>
          <p:cNvSpPr/>
          <p:nvPr/>
        </p:nvSpPr>
        <p:spPr>
          <a:xfrm>
            <a:off x="427320" y="955360"/>
            <a:ext cx="3858755" cy="1910912"/>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90000"/>
              </a:lnSpc>
              <a:spcBef>
                <a:spcPts val="1001"/>
              </a:spcBef>
              <a:buClr>
                <a:srgbClr val="000000"/>
              </a:buClr>
            </a:pPr>
            <a:r>
              <a:rPr lang="en-US" b="0" strike="noStrike" spc="-1" dirty="0">
                <a:solidFill>
                  <a:srgbClr val="000000"/>
                </a:solidFill>
                <a:latin typeface="Verdana"/>
              </a:rPr>
              <a:t>The WHERE clause is used to filter records, a condition</a:t>
            </a:r>
            <a:endParaRPr lang="es-MX" b="0" strike="noStrike" spc="-1" dirty="0">
              <a:solidFill>
                <a:srgbClr val="000000"/>
              </a:solidFill>
              <a:latin typeface="Arial"/>
            </a:endParaRPr>
          </a:p>
          <a:p>
            <a:pPr marL="228600" indent="-228600" defTabSz="914400">
              <a:lnSpc>
                <a:spcPct val="90000"/>
              </a:lnSpc>
              <a:spcBef>
                <a:spcPts val="1001"/>
              </a:spcBef>
              <a:buClr>
                <a:srgbClr val="0000CD"/>
              </a:buClr>
              <a:buFont typeface="Arial"/>
              <a:buChar char="•"/>
            </a:pPr>
            <a:r>
              <a:rPr lang="en-US" sz="2400" b="0" strike="noStrike" spc="-1" dirty="0">
                <a:solidFill>
                  <a:srgbClr val="0000CD"/>
                </a:solidFill>
                <a:latin typeface="Consolas"/>
              </a:rPr>
              <a:t>SELECT</a:t>
            </a:r>
            <a:r>
              <a:rPr lang="en-US" sz="2400" b="0" strike="noStrike" spc="-1" dirty="0">
                <a:solidFill>
                  <a:srgbClr val="000000"/>
                </a:solidFill>
                <a:latin typeface="Consolas"/>
              </a:rPr>
              <a:t> * </a:t>
            </a:r>
            <a:r>
              <a:rPr lang="en-US" sz="2400" b="0" strike="noStrike" spc="-1" dirty="0">
                <a:solidFill>
                  <a:srgbClr val="0000CD"/>
                </a:solidFill>
                <a:latin typeface="Consolas"/>
              </a:rPr>
              <a:t>FROM</a:t>
            </a:r>
            <a:r>
              <a:rPr lang="en-US" sz="2400" b="0" strike="noStrike" spc="-1" dirty="0">
                <a:solidFill>
                  <a:srgbClr val="000000"/>
                </a:solidFill>
                <a:latin typeface="Consolas"/>
              </a:rPr>
              <a:t> Customers</a:t>
            </a:r>
            <a:br>
              <a:rPr sz="2400" dirty="0"/>
            </a:br>
            <a:r>
              <a:rPr lang="en-US" sz="2400" b="0" strike="noStrike" spc="-1" dirty="0">
                <a:solidFill>
                  <a:srgbClr val="0000CD"/>
                </a:solidFill>
                <a:latin typeface="Consolas"/>
              </a:rPr>
              <a:t>WHERE</a:t>
            </a:r>
            <a:r>
              <a:rPr lang="en-US" sz="2400" b="0" strike="noStrike" spc="-1" dirty="0">
                <a:solidFill>
                  <a:srgbClr val="000000"/>
                </a:solidFill>
                <a:latin typeface="Consolas"/>
              </a:rPr>
              <a:t> Country = </a:t>
            </a:r>
            <a:r>
              <a:rPr lang="en-US" sz="2400" b="0" strike="noStrike" spc="-1" dirty="0">
                <a:solidFill>
                  <a:srgbClr val="A52A2A"/>
                </a:solidFill>
                <a:latin typeface="Consolas"/>
              </a:rPr>
              <a:t>'Mexico'</a:t>
            </a:r>
            <a:r>
              <a:rPr lang="en-US" sz="2400" b="0" strike="noStrike" spc="-1" dirty="0">
                <a:solidFill>
                  <a:srgbClr val="000000"/>
                </a:solidFill>
                <a:latin typeface="Consolas"/>
              </a:rPr>
              <a:t>;</a:t>
            </a:r>
            <a:endParaRPr lang="es-MX" sz="2400" b="0" strike="noStrike" spc="-1" dirty="0">
              <a:solidFill>
                <a:srgbClr val="000000"/>
              </a:solidFill>
              <a:latin typeface="Arial"/>
            </a:endParaRPr>
          </a:p>
        </p:txBody>
      </p:sp>
      <p:pic>
        <p:nvPicPr>
          <p:cNvPr id="77" name="Imagen 5"/>
          <p:cNvPicPr/>
          <p:nvPr/>
        </p:nvPicPr>
        <p:blipFill>
          <a:blip r:embed="rId2"/>
          <a:srcRect r="27644"/>
          <a:stretch/>
        </p:blipFill>
        <p:spPr>
          <a:xfrm>
            <a:off x="5085749" y="404407"/>
            <a:ext cx="6678931" cy="5750851"/>
          </a:xfrm>
          <a:prstGeom prst="rect">
            <a:avLst/>
          </a:prstGeom>
          <a:ln w="0">
            <a:noFill/>
          </a:ln>
        </p:spPr>
      </p:pic>
      <p:sp>
        <p:nvSpPr>
          <p:cNvPr id="78" name="Marcador de contenido 2"/>
          <p:cNvSpPr/>
          <p:nvPr/>
        </p:nvSpPr>
        <p:spPr>
          <a:xfrm>
            <a:off x="427320" y="5328137"/>
            <a:ext cx="4658429" cy="1016766"/>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90000"/>
              </a:lnSpc>
              <a:spcBef>
                <a:spcPts val="1001"/>
              </a:spcBef>
              <a:tabLst>
                <a:tab pos="0" algn="l"/>
              </a:tabLst>
            </a:pPr>
            <a:r>
              <a:rPr lang="en-US" sz="2000" b="0" strike="noStrike" spc="-1" dirty="0">
                <a:solidFill>
                  <a:srgbClr val="0000CD"/>
                </a:solidFill>
                <a:latin typeface="Consolas"/>
              </a:rPr>
              <a:t>WHERE </a:t>
            </a:r>
            <a:r>
              <a:rPr lang="en-US" sz="2000" b="0" strike="noStrike" spc="-1" dirty="0">
                <a:solidFill>
                  <a:schemeClr val="dk1"/>
                </a:solidFill>
                <a:latin typeface="Consolas"/>
              </a:rPr>
              <a:t>City</a:t>
            </a:r>
            <a:r>
              <a:rPr lang="en-US" sz="2000" b="0" strike="noStrike" spc="-1" dirty="0">
                <a:solidFill>
                  <a:srgbClr val="0000CD"/>
                </a:solidFill>
                <a:latin typeface="Consolas"/>
              </a:rPr>
              <a:t> </a:t>
            </a:r>
            <a:r>
              <a:rPr lang="en-US" sz="2000" b="0" strike="noStrike" spc="-1" dirty="0">
                <a:solidFill>
                  <a:srgbClr val="00B050"/>
                </a:solidFill>
                <a:latin typeface="Consolas"/>
              </a:rPr>
              <a:t>IN</a:t>
            </a:r>
            <a:r>
              <a:rPr lang="en-US" sz="2000" spc="-1" dirty="0">
                <a:solidFill>
                  <a:srgbClr val="0000CD"/>
                </a:solidFill>
                <a:latin typeface="Consolas"/>
              </a:rPr>
              <a:t> </a:t>
            </a:r>
            <a:r>
              <a:rPr lang="en-US" sz="2000" b="0" strike="noStrike" spc="-1" dirty="0">
                <a:solidFill>
                  <a:srgbClr val="0000CD"/>
                </a:solidFill>
                <a:latin typeface="Consolas"/>
              </a:rPr>
              <a:t>(</a:t>
            </a:r>
            <a:r>
              <a:rPr lang="en-US" sz="2000" b="0" strike="noStrike" spc="-1" dirty="0">
                <a:solidFill>
                  <a:schemeClr val="dk1"/>
                </a:solidFill>
                <a:latin typeface="Consolas"/>
              </a:rPr>
              <a:t>'</a:t>
            </a:r>
            <a:r>
              <a:rPr lang="en-US" sz="2000" b="0" strike="noStrike" spc="-1" dirty="0" err="1">
                <a:solidFill>
                  <a:schemeClr val="dk1"/>
                </a:solidFill>
                <a:latin typeface="Consolas"/>
              </a:rPr>
              <a:t>Paris','London</a:t>
            </a:r>
            <a:r>
              <a:rPr lang="en-US" sz="2000" b="0" strike="noStrike" spc="-1" dirty="0">
                <a:solidFill>
                  <a:schemeClr val="dk1"/>
                </a:solidFill>
                <a:latin typeface="Consolas"/>
              </a:rPr>
              <a:t>');</a:t>
            </a:r>
            <a:endParaRPr lang="es-MX" sz="2000" b="0" strike="noStrike" spc="-1" dirty="0">
              <a:solidFill>
                <a:srgbClr val="000000"/>
              </a:solidFill>
              <a:latin typeface="Arial"/>
            </a:endParaRPr>
          </a:p>
        </p:txBody>
      </p:sp>
      <p:sp>
        <p:nvSpPr>
          <p:cNvPr id="79" name="Marcador de contenido 2"/>
          <p:cNvSpPr/>
          <p:nvPr/>
        </p:nvSpPr>
        <p:spPr>
          <a:xfrm>
            <a:off x="427320" y="4546357"/>
            <a:ext cx="3858755" cy="251883"/>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90000"/>
              </a:lnSpc>
              <a:spcBef>
                <a:spcPts val="1001"/>
              </a:spcBef>
              <a:tabLst>
                <a:tab pos="0" algn="l"/>
              </a:tabLst>
            </a:pPr>
            <a:r>
              <a:rPr lang="en-US" sz="2000" b="0" strike="noStrike" spc="-1" dirty="0">
                <a:solidFill>
                  <a:srgbClr val="0000CD"/>
                </a:solidFill>
                <a:latin typeface="Consolas"/>
              </a:rPr>
              <a:t>WHERE City </a:t>
            </a:r>
            <a:r>
              <a:rPr lang="en-US" sz="2000" b="0" strike="noStrike" spc="-1" dirty="0">
                <a:solidFill>
                  <a:srgbClr val="00B050"/>
                </a:solidFill>
                <a:latin typeface="Consolas"/>
              </a:rPr>
              <a:t>LIKE</a:t>
            </a:r>
            <a:r>
              <a:rPr lang="en-US" sz="2000" b="0" strike="noStrike" spc="-1" dirty="0">
                <a:solidFill>
                  <a:srgbClr val="0000CD"/>
                </a:solidFill>
                <a:latin typeface="Consolas"/>
              </a:rPr>
              <a:t> 's%';</a:t>
            </a:r>
            <a:endParaRPr lang="es-MX" sz="2000" b="0" strike="noStrike" spc="-1" dirty="0">
              <a:solidFill>
                <a:srgbClr val="000000"/>
              </a:solidFill>
              <a:latin typeface="Arial"/>
            </a:endParaRPr>
          </a:p>
        </p:txBody>
      </p:sp>
      <p:sp>
        <p:nvSpPr>
          <p:cNvPr id="80" name="Marcador de contenido 2"/>
          <p:cNvSpPr/>
          <p:nvPr/>
        </p:nvSpPr>
        <p:spPr>
          <a:xfrm>
            <a:off x="427320" y="3830212"/>
            <a:ext cx="4480856" cy="60377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90000"/>
              </a:lnSpc>
              <a:spcBef>
                <a:spcPts val="1001"/>
              </a:spcBef>
              <a:tabLst>
                <a:tab pos="0" algn="l"/>
              </a:tabLst>
            </a:pPr>
            <a:r>
              <a:rPr lang="en-US" sz="2000" b="0" strike="noStrike" spc="-1" dirty="0">
                <a:solidFill>
                  <a:srgbClr val="0000CD"/>
                </a:solidFill>
                <a:latin typeface="Consolas"/>
              </a:rPr>
              <a:t>WHERE Price </a:t>
            </a:r>
            <a:r>
              <a:rPr lang="en-US" sz="2000" b="0" strike="noStrike" spc="-1" dirty="0">
                <a:solidFill>
                  <a:srgbClr val="00B050"/>
                </a:solidFill>
                <a:latin typeface="Consolas"/>
              </a:rPr>
              <a:t>BETWEEN</a:t>
            </a:r>
            <a:r>
              <a:rPr lang="en-US" sz="2000" b="0" strike="noStrike" spc="-1" dirty="0">
                <a:solidFill>
                  <a:srgbClr val="0000CD"/>
                </a:solidFill>
                <a:latin typeface="Consolas"/>
              </a:rPr>
              <a:t> 50 AND 60;</a:t>
            </a:r>
            <a:endParaRPr lang="es-MX" sz="20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p:nvPr>
        </p:nvSpPr>
        <p:spPr>
          <a:xfrm>
            <a:off x="809640" y="344880"/>
            <a:ext cx="4616640" cy="58906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500" b="0" strike="noStrike" spc="-1" dirty="0">
                <a:solidFill>
                  <a:srgbClr val="00B050"/>
                </a:solidFill>
                <a:latin typeface="Segoe UI"/>
              </a:rPr>
              <a:t>ORDER BY </a:t>
            </a:r>
            <a:r>
              <a:rPr lang="en-US" sz="1500" b="0" strike="noStrike" spc="-1" dirty="0">
                <a:solidFill>
                  <a:srgbClr val="000000"/>
                </a:solidFill>
                <a:latin typeface="Segoe UI"/>
              </a:rPr>
              <a:t>Keyword</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n-US" sz="1500" b="0" strike="noStrike" spc="-1" dirty="0">
                <a:solidFill>
                  <a:srgbClr val="0000CD"/>
                </a:solidFill>
                <a:latin typeface="Consolas"/>
              </a:rPr>
              <a:t>ORDER</a:t>
            </a:r>
            <a:r>
              <a:rPr lang="en-US" sz="1500" b="0" strike="noStrike" spc="-1" dirty="0">
                <a:solidFill>
                  <a:srgbClr val="000000"/>
                </a:solidFill>
                <a:latin typeface="Consolas"/>
              </a:rPr>
              <a:t> </a:t>
            </a:r>
            <a:r>
              <a:rPr lang="en-US" sz="1500" b="0" strike="noStrike" spc="-1" dirty="0">
                <a:solidFill>
                  <a:srgbClr val="0000CD"/>
                </a:solidFill>
                <a:latin typeface="Consolas"/>
              </a:rPr>
              <a:t>BY</a:t>
            </a:r>
            <a:r>
              <a:rPr lang="en-US" sz="1500" b="0" strike="noStrike" spc="-1" dirty="0">
                <a:solidFill>
                  <a:srgbClr val="000000"/>
                </a:solidFill>
                <a:latin typeface="Consolas"/>
              </a:rPr>
              <a:t> Country; -- default </a:t>
            </a:r>
            <a:r>
              <a:rPr lang="en-US" sz="1500" b="0" strike="noStrike" spc="-1" dirty="0" err="1">
                <a:solidFill>
                  <a:srgbClr val="000000"/>
                </a:solidFill>
                <a:latin typeface="Consolas"/>
              </a:rPr>
              <a:t>ascendente</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n-US" sz="1500" b="0" strike="noStrike" spc="-1" dirty="0">
                <a:solidFill>
                  <a:srgbClr val="0000CD"/>
                </a:solidFill>
                <a:latin typeface="Consolas"/>
              </a:rPr>
              <a:t>ORDER</a:t>
            </a:r>
            <a:r>
              <a:rPr lang="en-US" sz="1500" b="0" strike="noStrike" spc="-1" dirty="0">
                <a:solidFill>
                  <a:srgbClr val="000000"/>
                </a:solidFill>
                <a:latin typeface="Consolas"/>
              </a:rPr>
              <a:t> </a:t>
            </a:r>
            <a:r>
              <a:rPr lang="en-US" sz="1500" b="0" strike="noStrike" spc="-1" dirty="0">
                <a:solidFill>
                  <a:srgbClr val="0000CD"/>
                </a:solidFill>
                <a:latin typeface="Consolas"/>
              </a:rPr>
              <a:t>BY</a:t>
            </a:r>
            <a:r>
              <a:rPr lang="en-US" sz="1500" b="0" strike="noStrike" spc="-1" dirty="0">
                <a:solidFill>
                  <a:srgbClr val="000000"/>
                </a:solidFill>
                <a:latin typeface="Consolas"/>
              </a:rPr>
              <a:t> Country </a:t>
            </a:r>
            <a:r>
              <a:rPr lang="en-US" sz="1500" b="0" strike="noStrike" spc="-1" dirty="0">
                <a:solidFill>
                  <a:srgbClr val="0000CD"/>
                </a:solidFill>
                <a:latin typeface="Consolas"/>
              </a:rPr>
              <a:t>DESC</a:t>
            </a:r>
            <a:r>
              <a:rPr lang="en-US" sz="1500" b="0" strike="noStrike" spc="-1" dirty="0">
                <a:solidFill>
                  <a:srgbClr val="000000"/>
                </a:solidFill>
                <a:latin typeface="Consolas"/>
              </a:rPr>
              <a:t>;</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n-US" sz="1500" b="0" strike="noStrike" spc="-1" dirty="0">
                <a:solidFill>
                  <a:srgbClr val="00B050"/>
                </a:solidFill>
                <a:latin typeface="Segoe UI"/>
              </a:rPr>
              <a:t>INSERT INTO </a:t>
            </a:r>
            <a:r>
              <a:rPr lang="en-US" sz="1500" b="0" strike="noStrike" spc="-1" dirty="0">
                <a:solidFill>
                  <a:srgbClr val="000000"/>
                </a:solidFill>
                <a:latin typeface="Segoe UI"/>
              </a:rPr>
              <a:t>Statement </a:t>
            </a:r>
            <a:r>
              <a:rPr lang="en-US" sz="1500" b="0" strike="noStrike" spc="-1" dirty="0">
                <a:solidFill>
                  <a:srgbClr val="000000"/>
                </a:solidFill>
                <a:latin typeface="Verdana"/>
              </a:rPr>
              <a:t>is used to insert new records in a table.</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n-US" sz="1500" b="0" strike="noStrike" spc="-1" dirty="0">
                <a:solidFill>
                  <a:srgbClr val="000000"/>
                </a:solidFill>
                <a:latin typeface="Verdana"/>
              </a:rPr>
              <a:t>Specify both the column names and the values to be inserted:</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s-MX" sz="1500" b="0" strike="noStrike" spc="-1" dirty="0">
                <a:solidFill>
                  <a:srgbClr val="0000CD"/>
                </a:solidFill>
                <a:latin typeface="Consolas"/>
              </a:rPr>
              <a:t>INSERT</a:t>
            </a:r>
            <a:r>
              <a:rPr lang="es-MX" sz="1500" b="0" strike="noStrike" spc="-1" dirty="0">
                <a:solidFill>
                  <a:srgbClr val="000000"/>
                </a:solidFill>
                <a:latin typeface="Consolas"/>
              </a:rPr>
              <a:t> </a:t>
            </a:r>
            <a:r>
              <a:rPr lang="es-MX" sz="1500" b="0" strike="noStrike" spc="-1" dirty="0">
                <a:solidFill>
                  <a:srgbClr val="0000CD"/>
                </a:solidFill>
                <a:latin typeface="Consolas"/>
              </a:rPr>
              <a:t>INTO</a:t>
            </a:r>
            <a:r>
              <a:rPr lang="es-MX" sz="1500" b="0" strike="noStrike" spc="-1" dirty="0">
                <a:solidFill>
                  <a:srgbClr val="000000"/>
                </a:solidFill>
                <a:latin typeface="Consolas"/>
              </a:rPr>
              <a:t> </a:t>
            </a:r>
            <a:r>
              <a:rPr lang="es-MX" sz="1500" b="0" strike="noStrike" spc="-1" dirty="0" err="1">
                <a:solidFill>
                  <a:srgbClr val="000000"/>
                </a:solidFill>
                <a:latin typeface="Consolas"/>
              </a:rPr>
              <a:t>Customers</a:t>
            </a:r>
            <a:r>
              <a:rPr lang="es-MX" sz="1500" b="0" strike="noStrike" spc="-1" dirty="0">
                <a:solidFill>
                  <a:srgbClr val="000000"/>
                </a:solidFill>
                <a:latin typeface="Consolas"/>
              </a:rPr>
              <a:t> (</a:t>
            </a:r>
            <a:r>
              <a:rPr lang="es-MX" sz="1500" b="0" strike="noStrike" spc="-1" dirty="0" err="1">
                <a:solidFill>
                  <a:srgbClr val="000000"/>
                </a:solidFill>
                <a:latin typeface="Consolas"/>
              </a:rPr>
              <a:t>CustomerName</a:t>
            </a:r>
            <a:r>
              <a:rPr lang="es-MX" sz="1500" b="0" strike="noStrike" spc="-1" dirty="0">
                <a:solidFill>
                  <a:srgbClr val="000000"/>
                </a:solidFill>
                <a:latin typeface="Consolas"/>
              </a:rPr>
              <a:t>, </a:t>
            </a:r>
            <a:r>
              <a:rPr lang="es-MX" sz="1500" b="0" strike="noStrike" spc="-1" dirty="0" err="1">
                <a:solidFill>
                  <a:srgbClr val="000000"/>
                </a:solidFill>
                <a:latin typeface="Consolas"/>
              </a:rPr>
              <a:t>ContactName</a:t>
            </a:r>
            <a:r>
              <a:rPr lang="es-MX" sz="1500" b="0" strike="noStrike" spc="-1" dirty="0">
                <a:solidFill>
                  <a:srgbClr val="000000"/>
                </a:solidFill>
                <a:latin typeface="Consolas"/>
              </a:rPr>
              <a:t>, </a:t>
            </a:r>
            <a:r>
              <a:rPr lang="es-MX" sz="1500" b="0" strike="noStrike" spc="-1" dirty="0" err="1">
                <a:solidFill>
                  <a:srgbClr val="000000"/>
                </a:solidFill>
                <a:latin typeface="Consolas"/>
              </a:rPr>
              <a:t>Address</a:t>
            </a:r>
            <a:r>
              <a:rPr lang="es-MX" sz="1500" b="0" strike="noStrike" spc="-1" dirty="0">
                <a:solidFill>
                  <a:srgbClr val="000000"/>
                </a:solidFill>
                <a:latin typeface="Consolas"/>
              </a:rPr>
              <a:t>, City, </a:t>
            </a:r>
            <a:r>
              <a:rPr lang="es-MX" sz="1500" b="0" strike="noStrike" spc="-1" dirty="0" err="1">
                <a:solidFill>
                  <a:srgbClr val="000000"/>
                </a:solidFill>
                <a:latin typeface="Consolas"/>
              </a:rPr>
              <a:t>PostalCode</a:t>
            </a:r>
            <a:r>
              <a:rPr lang="es-MX" sz="1500" b="0" strike="noStrike" spc="-1" dirty="0">
                <a:solidFill>
                  <a:srgbClr val="000000"/>
                </a:solidFill>
                <a:latin typeface="Consolas"/>
              </a:rPr>
              <a:t>, Country)</a:t>
            </a:r>
            <a:br>
              <a:rPr sz="1500" dirty="0"/>
            </a:br>
            <a:r>
              <a:rPr lang="es-MX" sz="1500" b="0" strike="noStrike" spc="-1" dirty="0">
                <a:solidFill>
                  <a:srgbClr val="0000CD"/>
                </a:solidFill>
                <a:latin typeface="Consolas"/>
              </a:rPr>
              <a:t>VALUES</a:t>
            </a:r>
            <a:r>
              <a:rPr lang="es-MX" sz="1500" b="0" strike="noStrike" spc="-1" dirty="0">
                <a:solidFill>
                  <a:srgbClr val="000000"/>
                </a:solidFill>
                <a:latin typeface="Consolas"/>
              </a:rPr>
              <a:t> (</a:t>
            </a:r>
            <a:r>
              <a:rPr lang="es-MX" sz="1500" b="0" strike="noStrike" spc="-1" dirty="0">
                <a:solidFill>
                  <a:srgbClr val="A52A2A"/>
                </a:solidFill>
                <a:latin typeface="Consolas"/>
              </a:rPr>
              <a:t>'Cardinal'</a:t>
            </a:r>
            <a:r>
              <a:rPr lang="es-MX" sz="1500" b="0" strike="noStrike" spc="-1" dirty="0">
                <a:solidFill>
                  <a:srgbClr val="000000"/>
                </a:solidFill>
                <a:latin typeface="Consolas"/>
              </a:rPr>
              <a:t>, </a:t>
            </a:r>
            <a:r>
              <a:rPr lang="es-MX" sz="1500" b="0" strike="noStrike" spc="-1" dirty="0">
                <a:solidFill>
                  <a:srgbClr val="A52A2A"/>
                </a:solidFill>
                <a:latin typeface="Consolas"/>
              </a:rPr>
              <a:t>'Tom B. Erichsen'</a:t>
            </a:r>
            <a:r>
              <a:rPr lang="es-MX" sz="1500" b="0" strike="noStrike" spc="-1" dirty="0">
                <a:solidFill>
                  <a:srgbClr val="000000"/>
                </a:solidFill>
                <a:latin typeface="Consolas"/>
              </a:rPr>
              <a:t>, </a:t>
            </a:r>
            <a:r>
              <a:rPr lang="es-MX" sz="1500" b="0" strike="noStrike" spc="-1" dirty="0">
                <a:solidFill>
                  <a:srgbClr val="A52A2A"/>
                </a:solidFill>
                <a:latin typeface="Consolas"/>
              </a:rPr>
              <a:t>'Skagen 21'</a:t>
            </a:r>
            <a:r>
              <a:rPr lang="es-MX" sz="1500" b="0" strike="noStrike" spc="-1" dirty="0">
                <a:solidFill>
                  <a:srgbClr val="000000"/>
                </a:solidFill>
                <a:latin typeface="Consolas"/>
              </a:rPr>
              <a:t>, </a:t>
            </a:r>
            <a:r>
              <a:rPr lang="es-MX" sz="1500" b="0" strike="noStrike" spc="-1" dirty="0">
                <a:solidFill>
                  <a:srgbClr val="A52A2A"/>
                </a:solidFill>
                <a:latin typeface="Consolas"/>
              </a:rPr>
              <a:t>'Stavanger'</a:t>
            </a:r>
            <a:r>
              <a:rPr lang="es-MX" sz="1500" b="0" strike="noStrike" spc="-1" dirty="0">
                <a:solidFill>
                  <a:srgbClr val="000000"/>
                </a:solidFill>
                <a:latin typeface="Consolas"/>
              </a:rPr>
              <a:t>, </a:t>
            </a:r>
            <a:r>
              <a:rPr lang="es-MX" sz="1500" b="0" strike="noStrike" spc="-1" dirty="0">
                <a:solidFill>
                  <a:srgbClr val="A52A2A"/>
                </a:solidFill>
                <a:latin typeface="Consolas"/>
              </a:rPr>
              <a:t>'4006'</a:t>
            </a:r>
            <a:r>
              <a:rPr lang="es-MX" sz="1500" b="0" strike="noStrike" spc="-1" dirty="0">
                <a:solidFill>
                  <a:srgbClr val="000000"/>
                </a:solidFill>
                <a:latin typeface="Consolas"/>
              </a:rPr>
              <a:t>, </a:t>
            </a:r>
            <a:r>
              <a:rPr lang="es-MX" sz="1500" b="0" strike="noStrike" spc="-1" dirty="0">
                <a:solidFill>
                  <a:srgbClr val="A52A2A"/>
                </a:solidFill>
                <a:latin typeface="Consolas"/>
              </a:rPr>
              <a:t>'</a:t>
            </a:r>
            <a:r>
              <a:rPr lang="es-MX" sz="1500" b="0" strike="noStrike" spc="-1" dirty="0" err="1">
                <a:solidFill>
                  <a:srgbClr val="A52A2A"/>
                </a:solidFill>
                <a:latin typeface="Consolas"/>
              </a:rPr>
              <a:t>Norway</a:t>
            </a:r>
            <a:r>
              <a:rPr lang="es-MX" sz="1500" b="0" strike="noStrike" spc="-1" dirty="0">
                <a:solidFill>
                  <a:srgbClr val="A52A2A"/>
                </a:solidFill>
                <a:latin typeface="Consolas"/>
              </a:rPr>
              <a:t>’</a:t>
            </a:r>
            <a:r>
              <a:rPr lang="es-MX" sz="1500" b="0" strike="noStrike" spc="-1" dirty="0">
                <a:solidFill>
                  <a:srgbClr val="000000"/>
                </a:solidFill>
                <a:latin typeface="Consolas"/>
              </a:rPr>
              <a:t>);</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s-MX" sz="1500" b="0" strike="noStrike" spc="-1" dirty="0">
                <a:solidFill>
                  <a:srgbClr val="00B050"/>
                </a:solidFill>
                <a:latin typeface="Segoe UI"/>
              </a:rPr>
              <a:t>NULL </a:t>
            </a:r>
            <a:r>
              <a:rPr lang="es-MX" sz="1500" b="0" strike="noStrike" spc="-1" dirty="0" err="1">
                <a:solidFill>
                  <a:srgbClr val="00B050"/>
                </a:solidFill>
                <a:latin typeface="Segoe UI"/>
              </a:rPr>
              <a:t>Values</a:t>
            </a:r>
            <a:endParaRPr lang="es-MX" sz="1500" b="0" strike="noStrike" spc="-1" dirty="0">
              <a:solidFill>
                <a:srgbClr val="00B050"/>
              </a:solidFill>
              <a:latin typeface="Calibri"/>
            </a:endParaRPr>
          </a:p>
          <a:p>
            <a:pPr indent="0" defTabSz="914400">
              <a:lnSpc>
                <a:spcPct val="90000"/>
              </a:lnSpc>
              <a:spcBef>
                <a:spcPts val="1001"/>
              </a:spcBef>
              <a:buNone/>
              <a:tabLst>
                <a:tab pos="0" algn="l"/>
              </a:tabLst>
            </a:pPr>
            <a:r>
              <a:rPr lang="en-US" sz="1500" b="0" strike="noStrike" spc="-1" dirty="0">
                <a:solidFill>
                  <a:srgbClr val="000000"/>
                </a:solidFill>
                <a:latin typeface="Verdana"/>
              </a:rPr>
              <a:t>A field with a NULL value is a field with no value.</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n-US" sz="1500" b="0" strike="noStrike" spc="-1" dirty="0">
                <a:solidFill>
                  <a:srgbClr val="0000CD"/>
                </a:solidFill>
                <a:latin typeface="Consolas"/>
              </a:rPr>
              <a:t>SELECT</a:t>
            </a:r>
            <a:r>
              <a:rPr lang="en-US" sz="1500" b="0" strike="noStrike" spc="-1" dirty="0">
                <a:solidFill>
                  <a:srgbClr val="000000"/>
                </a:solidFill>
                <a:latin typeface="Consolas"/>
              </a:rPr>
              <a:t> CustomerName, </a:t>
            </a:r>
            <a:r>
              <a:rPr lang="en-US" sz="1500" b="0" strike="noStrike" spc="-1" dirty="0" err="1">
                <a:solidFill>
                  <a:srgbClr val="000000"/>
                </a:solidFill>
                <a:latin typeface="Consolas"/>
              </a:rPr>
              <a:t>ContactName</a:t>
            </a:r>
            <a:r>
              <a:rPr lang="en-US" sz="1500" b="0" strike="noStrike" spc="-1" dirty="0">
                <a:solidFill>
                  <a:srgbClr val="000000"/>
                </a:solidFill>
                <a:latin typeface="Consolas"/>
              </a:rPr>
              <a:t>, Address</a:t>
            </a:r>
            <a:br>
              <a:rPr sz="1500" dirty="0"/>
            </a:br>
            <a:r>
              <a:rPr lang="en-US" sz="1500" b="0" strike="noStrike" spc="-1" dirty="0">
                <a:solidFill>
                  <a:srgbClr val="0000CD"/>
                </a:solidFill>
                <a:latin typeface="Consolas"/>
              </a:rPr>
              <a:t>FROM</a:t>
            </a:r>
            <a:r>
              <a:rPr lang="en-US" sz="1500" b="0" strike="noStrike" spc="-1" dirty="0">
                <a:solidFill>
                  <a:srgbClr val="000000"/>
                </a:solidFill>
                <a:latin typeface="Consolas"/>
              </a:rPr>
              <a:t> Customers</a:t>
            </a:r>
            <a:br>
              <a:rPr sz="1500" dirty="0"/>
            </a:br>
            <a:r>
              <a:rPr lang="en-US" sz="1500" b="0" strike="noStrike" spc="-1" dirty="0">
                <a:solidFill>
                  <a:srgbClr val="0000CD"/>
                </a:solidFill>
                <a:latin typeface="Consolas"/>
              </a:rPr>
              <a:t>WHERE</a:t>
            </a:r>
            <a:r>
              <a:rPr lang="en-US" sz="1500" b="0" strike="noStrike" spc="-1" dirty="0">
                <a:solidFill>
                  <a:srgbClr val="000000"/>
                </a:solidFill>
                <a:latin typeface="Consolas"/>
              </a:rPr>
              <a:t> Address </a:t>
            </a:r>
            <a:r>
              <a:rPr lang="en-US" sz="1500" b="0" strike="noStrike" spc="-1" dirty="0">
                <a:solidFill>
                  <a:srgbClr val="0000CD"/>
                </a:solidFill>
                <a:latin typeface="Consolas"/>
              </a:rPr>
              <a:t>IS</a:t>
            </a:r>
            <a:r>
              <a:rPr lang="en-US" sz="1500" b="0" strike="noStrike" spc="-1" dirty="0">
                <a:solidFill>
                  <a:srgbClr val="000000"/>
                </a:solidFill>
                <a:latin typeface="Consolas"/>
              </a:rPr>
              <a:t> </a:t>
            </a:r>
            <a:r>
              <a:rPr lang="en-US" sz="1500" b="0" strike="noStrike" spc="-1" dirty="0">
                <a:solidFill>
                  <a:srgbClr val="0000CD"/>
                </a:solidFill>
                <a:latin typeface="Consolas"/>
              </a:rPr>
              <a:t>NULL</a:t>
            </a:r>
            <a:r>
              <a:rPr lang="en-US" sz="1500" b="0" strike="noStrike" spc="-1" dirty="0">
                <a:solidFill>
                  <a:srgbClr val="000000"/>
                </a:solidFill>
                <a:latin typeface="Consolas"/>
              </a:rPr>
              <a:t>;</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r>
              <a:rPr lang="en-US" sz="1500" b="0" strike="noStrike" spc="-1" dirty="0">
                <a:solidFill>
                  <a:srgbClr val="0000CD"/>
                </a:solidFill>
                <a:latin typeface="Consolas"/>
              </a:rPr>
              <a:t>WHERE</a:t>
            </a:r>
            <a:r>
              <a:rPr lang="en-US" sz="1500" b="0" strike="noStrike" spc="-1" dirty="0">
                <a:solidFill>
                  <a:srgbClr val="000000"/>
                </a:solidFill>
                <a:latin typeface="Consolas"/>
              </a:rPr>
              <a:t> Address </a:t>
            </a:r>
            <a:r>
              <a:rPr lang="en-US" sz="1500" b="0" strike="noStrike" spc="-1" dirty="0">
                <a:solidFill>
                  <a:srgbClr val="0000CD"/>
                </a:solidFill>
                <a:latin typeface="Consolas"/>
              </a:rPr>
              <a:t>IS NOT</a:t>
            </a:r>
            <a:r>
              <a:rPr lang="en-US" sz="1500" b="0" strike="noStrike" spc="-1" dirty="0">
                <a:solidFill>
                  <a:srgbClr val="000000"/>
                </a:solidFill>
                <a:latin typeface="Consolas"/>
              </a:rPr>
              <a:t> </a:t>
            </a:r>
            <a:r>
              <a:rPr lang="en-US" sz="1500" b="0" strike="noStrike" spc="-1" dirty="0">
                <a:solidFill>
                  <a:srgbClr val="0000CD"/>
                </a:solidFill>
                <a:latin typeface="Consolas"/>
              </a:rPr>
              <a:t>NULL</a:t>
            </a:r>
            <a:r>
              <a:rPr lang="en-US" sz="1500" b="0" strike="noStrike" spc="-1" dirty="0">
                <a:solidFill>
                  <a:srgbClr val="000000"/>
                </a:solidFill>
                <a:latin typeface="Consolas"/>
              </a:rPr>
              <a:t>;</a:t>
            </a:r>
            <a:endParaRPr lang="es-MX" sz="1500" b="0" strike="noStrike" spc="-1" dirty="0">
              <a:solidFill>
                <a:schemeClr val="dk1"/>
              </a:solidFill>
              <a:latin typeface="Calibri"/>
            </a:endParaRPr>
          </a:p>
          <a:p>
            <a:pPr indent="0" defTabSz="914400">
              <a:lnSpc>
                <a:spcPct val="90000"/>
              </a:lnSpc>
              <a:spcBef>
                <a:spcPts val="1001"/>
              </a:spcBef>
              <a:buNone/>
              <a:tabLst>
                <a:tab pos="0" algn="l"/>
              </a:tabLst>
            </a:pPr>
            <a:endParaRPr lang="es-MX" sz="1500" b="0" strike="noStrike" spc="-1" dirty="0">
              <a:solidFill>
                <a:schemeClr val="dk1"/>
              </a:solidFill>
              <a:latin typeface="Calibri"/>
            </a:endParaRPr>
          </a:p>
          <a:p>
            <a:pPr indent="0" defTabSz="914400">
              <a:lnSpc>
                <a:spcPct val="90000"/>
              </a:lnSpc>
              <a:spcBef>
                <a:spcPts val="1001"/>
              </a:spcBef>
              <a:buNone/>
              <a:tabLst>
                <a:tab pos="0" algn="l"/>
              </a:tabLst>
            </a:pPr>
            <a:endParaRPr lang="es-MX" sz="1500" b="0" strike="noStrike" spc="-1" dirty="0">
              <a:solidFill>
                <a:schemeClr val="dk1"/>
              </a:solidFill>
              <a:latin typeface="Calibri"/>
            </a:endParaRPr>
          </a:p>
          <a:p>
            <a:pPr indent="0" defTabSz="914400">
              <a:lnSpc>
                <a:spcPct val="90000"/>
              </a:lnSpc>
              <a:spcBef>
                <a:spcPts val="1001"/>
              </a:spcBef>
              <a:buNone/>
              <a:tabLst>
                <a:tab pos="0" algn="l"/>
              </a:tabLst>
            </a:pPr>
            <a:endParaRPr lang="es-MX" sz="1500" b="0" strike="noStrike" spc="-1" dirty="0">
              <a:solidFill>
                <a:schemeClr val="dk1"/>
              </a:solidFill>
              <a:latin typeface="Calibri"/>
            </a:endParaRPr>
          </a:p>
        </p:txBody>
      </p:sp>
      <p:sp>
        <p:nvSpPr>
          <p:cNvPr id="82" name="Marcador de contenido 2"/>
          <p:cNvSpPr/>
          <p:nvPr/>
        </p:nvSpPr>
        <p:spPr>
          <a:xfrm>
            <a:off x="5822577" y="344880"/>
            <a:ext cx="6051176" cy="589068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90000"/>
              </a:lnSpc>
              <a:spcBef>
                <a:spcPts val="1001"/>
              </a:spcBef>
              <a:tabLst>
                <a:tab pos="0" algn="l"/>
              </a:tabLst>
            </a:pPr>
            <a:r>
              <a:rPr lang="es-MX" sz="1500" b="0" strike="noStrike" spc="-1" dirty="0">
                <a:solidFill>
                  <a:srgbClr val="00B050"/>
                </a:solidFill>
                <a:latin typeface="Verdana"/>
                <a:ea typeface="Verdana"/>
              </a:rPr>
              <a:t>UPDATE</a:t>
            </a:r>
            <a:r>
              <a:rPr lang="es-MX" sz="1500" b="0" strike="noStrike" spc="-1" dirty="0">
                <a:solidFill>
                  <a:srgbClr val="000000"/>
                </a:solidFill>
                <a:latin typeface="Verdana"/>
                <a:ea typeface="Verdana"/>
              </a:rPr>
              <a:t> </a:t>
            </a:r>
            <a:r>
              <a:rPr lang="es-MX" sz="1500" b="0" strike="noStrike" spc="-1" dirty="0" err="1">
                <a:solidFill>
                  <a:srgbClr val="000000"/>
                </a:solidFill>
                <a:latin typeface="Verdana"/>
                <a:ea typeface="Verdana"/>
              </a:rPr>
              <a:t>Statement</a:t>
            </a:r>
            <a:r>
              <a:rPr lang="es-MX" sz="1500" b="0" strike="noStrike" spc="-1" dirty="0">
                <a:solidFill>
                  <a:srgbClr val="000000"/>
                </a:solidFill>
                <a:latin typeface="Verdana"/>
                <a:ea typeface="Verdana"/>
              </a:rPr>
              <a:t> </a:t>
            </a:r>
            <a:r>
              <a:rPr lang="en-US" sz="1500" b="0" strike="noStrike" spc="-1" dirty="0">
                <a:solidFill>
                  <a:srgbClr val="000000"/>
                </a:solidFill>
                <a:latin typeface="Verdana"/>
                <a:ea typeface="Verdana"/>
              </a:rPr>
              <a:t>is used to modify the existing records in a table.</a:t>
            </a:r>
            <a:endParaRPr lang="es-MX" sz="1500" b="0" strike="noStrike" spc="-1" dirty="0">
              <a:solidFill>
                <a:srgbClr val="000000"/>
              </a:solidFill>
              <a:latin typeface="Arial"/>
            </a:endParaRPr>
          </a:p>
          <a:p>
            <a:pPr defTabSz="914400">
              <a:lnSpc>
                <a:spcPct val="90000"/>
              </a:lnSpc>
              <a:spcBef>
                <a:spcPts val="1001"/>
              </a:spcBef>
              <a:tabLst>
                <a:tab pos="0" algn="l"/>
              </a:tabLst>
            </a:pPr>
            <a:r>
              <a:rPr lang="en-US" sz="1500" b="0" strike="noStrike" spc="-1" dirty="0">
                <a:solidFill>
                  <a:srgbClr val="0000CD"/>
                </a:solidFill>
                <a:latin typeface="Verdana"/>
                <a:ea typeface="Verdana"/>
              </a:rPr>
              <a:t>UPDATE</a:t>
            </a:r>
            <a:r>
              <a:rPr lang="en-US" sz="1500" b="0" strike="noStrike" spc="-1" dirty="0">
                <a:solidFill>
                  <a:srgbClr val="000000"/>
                </a:solidFill>
                <a:latin typeface="Verdana"/>
                <a:ea typeface="Verdana"/>
              </a:rPr>
              <a:t> Customers    </a:t>
            </a:r>
            <a:r>
              <a:rPr lang="en-US" sz="1100" b="0" strike="noStrike" spc="-1" dirty="0">
                <a:solidFill>
                  <a:srgbClr val="000000"/>
                </a:solidFill>
                <a:latin typeface="Verdana"/>
                <a:ea typeface="Verdana"/>
              </a:rPr>
              <a:t>-- table</a:t>
            </a:r>
            <a:br>
              <a:rPr sz="1500" dirty="0"/>
            </a:br>
            <a:r>
              <a:rPr lang="en-US" sz="1500" b="0" strike="noStrike" spc="-1" dirty="0">
                <a:solidFill>
                  <a:srgbClr val="0000CD"/>
                </a:solidFill>
                <a:latin typeface="Verdana"/>
                <a:ea typeface="Verdana"/>
              </a:rPr>
              <a:t>SET</a:t>
            </a:r>
            <a:r>
              <a:rPr lang="en-US" sz="1500" b="0" strike="noStrike" spc="-1" dirty="0">
                <a:solidFill>
                  <a:srgbClr val="000000"/>
                </a:solidFill>
                <a:latin typeface="Verdana"/>
                <a:ea typeface="Verdana"/>
              </a:rPr>
              <a:t> </a:t>
            </a:r>
            <a:r>
              <a:rPr lang="en-US" sz="1500" b="0" strike="noStrike" spc="-1" dirty="0" err="1">
                <a:solidFill>
                  <a:srgbClr val="000000"/>
                </a:solidFill>
                <a:latin typeface="Verdana"/>
                <a:ea typeface="Verdana"/>
              </a:rPr>
              <a:t>ContactName</a:t>
            </a:r>
            <a:r>
              <a:rPr lang="en-US" sz="1500" b="0" strike="noStrike" spc="-1" dirty="0">
                <a:solidFill>
                  <a:srgbClr val="000000"/>
                </a:solidFill>
                <a:latin typeface="Verdana"/>
                <a:ea typeface="Verdana"/>
              </a:rPr>
              <a:t> = </a:t>
            </a:r>
            <a:r>
              <a:rPr lang="en-US" sz="1500" b="0" strike="noStrike" spc="-1" dirty="0">
                <a:solidFill>
                  <a:srgbClr val="A52A2A"/>
                </a:solidFill>
                <a:latin typeface="Verdana"/>
                <a:ea typeface="Verdana"/>
              </a:rPr>
              <a:t>'Alfred Schmidt'</a:t>
            </a:r>
            <a:r>
              <a:rPr lang="en-US" sz="1500" b="0" strike="noStrike" spc="-1" dirty="0">
                <a:solidFill>
                  <a:srgbClr val="000000"/>
                </a:solidFill>
                <a:latin typeface="Verdana"/>
                <a:ea typeface="Verdana"/>
              </a:rPr>
              <a:t>, City = </a:t>
            </a:r>
            <a:r>
              <a:rPr lang="en-US" sz="1500" b="0" strike="noStrike" spc="-1" dirty="0">
                <a:solidFill>
                  <a:srgbClr val="A52A2A"/>
                </a:solidFill>
                <a:latin typeface="Verdana"/>
                <a:ea typeface="Verdana"/>
              </a:rPr>
              <a:t>'Frankfurt</a:t>
            </a:r>
            <a:r>
              <a:rPr lang="en-US" sz="900" b="0" strike="noStrike" spc="-1" dirty="0">
                <a:solidFill>
                  <a:srgbClr val="A52A2A"/>
                </a:solidFill>
                <a:latin typeface="Verdana"/>
                <a:ea typeface="Verdana"/>
              </a:rPr>
              <a:t>’</a:t>
            </a:r>
            <a:r>
              <a:rPr lang="en-US" sz="900" b="0" strike="noStrike" spc="-1" dirty="0">
                <a:latin typeface="Verdana"/>
                <a:ea typeface="Verdana"/>
              </a:rPr>
              <a:t>--column</a:t>
            </a:r>
            <a:br>
              <a:rPr sz="1500" dirty="0"/>
            </a:br>
            <a:r>
              <a:rPr lang="en-US" sz="1500" b="0" strike="noStrike" spc="-1" dirty="0">
                <a:solidFill>
                  <a:srgbClr val="0000CD"/>
                </a:solidFill>
                <a:latin typeface="Verdana"/>
                <a:ea typeface="Verdana"/>
              </a:rPr>
              <a:t>WHERE</a:t>
            </a:r>
            <a:r>
              <a:rPr lang="en-US" sz="1500" b="0" strike="noStrike" spc="-1" dirty="0">
                <a:solidFill>
                  <a:srgbClr val="000000"/>
                </a:solidFill>
                <a:latin typeface="Verdana"/>
                <a:ea typeface="Verdana"/>
              </a:rPr>
              <a:t> </a:t>
            </a:r>
            <a:r>
              <a:rPr lang="en-US" sz="1500" b="0" strike="noStrike" spc="-1" dirty="0" err="1">
                <a:solidFill>
                  <a:srgbClr val="000000"/>
                </a:solidFill>
                <a:latin typeface="Verdana"/>
                <a:ea typeface="Verdana"/>
              </a:rPr>
              <a:t>CustomerID</a:t>
            </a:r>
            <a:r>
              <a:rPr lang="en-US" sz="1500" b="0" strike="noStrike" spc="-1" dirty="0">
                <a:solidFill>
                  <a:srgbClr val="000000"/>
                </a:solidFill>
                <a:latin typeface="Verdana"/>
                <a:ea typeface="Verdana"/>
              </a:rPr>
              <a:t> = </a:t>
            </a:r>
            <a:r>
              <a:rPr lang="en-US" sz="1500" b="0" strike="noStrike" spc="-1" dirty="0">
                <a:solidFill>
                  <a:srgbClr val="FF0000"/>
                </a:solidFill>
                <a:latin typeface="Verdana"/>
                <a:ea typeface="Verdana"/>
              </a:rPr>
              <a:t>1</a:t>
            </a:r>
            <a:r>
              <a:rPr lang="en-US" sz="1500" b="0" strike="noStrike" spc="-1" dirty="0">
                <a:solidFill>
                  <a:srgbClr val="000000"/>
                </a:solidFill>
                <a:latin typeface="Verdana"/>
                <a:ea typeface="Verdana"/>
              </a:rPr>
              <a:t>;   </a:t>
            </a:r>
            <a:r>
              <a:rPr lang="en-US" sz="1200" b="0" strike="noStrike" spc="-1" dirty="0">
                <a:solidFill>
                  <a:srgbClr val="000000"/>
                </a:solidFill>
                <a:latin typeface="Verdana"/>
                <a:ea typeface="Verdana"/>
              </a:rPr>
              <a:t>--condition</a:t>
            </a:r>
            <a:endParaRPr lang="es-MX" sz="1200" b="0" strike="noStrike" spc="-1" dirty="0">
              <a:solidFill>
                <a:srgbClr val="000000"/>
              </a:solidFill>
              <a:latin typeface="Arial"/>
            </a:endParaRPr>
          </a:p>
          <a:p>
            <a:pPr defTabSz="914400">
              <a:lnSpc>
                <a:spcPct val="90000"/>
              </a:lnSpc>
              <a:spcBef>
                <a:spcPts val="1001"/>
              </a:spcBef>
              <a:tabLst>
                <a:tab pos="0" algn="l"/>
              </a:tabLst>
            </a:pPr>
            <a:endParaRPr lang="es-MX" sz="1500" b="0" strike="noStrike" spc="-1" dirty="0">
              <a:solidFill>
                <a:srgbClr val="000000"/>
              </a:solidFill>
              <a:latin typeface="Verdana"/>
              <a:ea typeface="Verdana"/>
            </a:endParaRPr>
          </a:p>
          <a:p>
            <a:pPr defTabSz="914400">
              <a:lnSpc>
                <a:spcPct val="90000"/>
              </a:lnSpc>
              <a:spcBef>
                <a:spcPts val="1001"/>
              </a:spcBef>
              <a:tabLst>
                <a:tab pos="0" algn="l"/>
              </a:tabLst>
            </a:pPr>
            <a:r>
              <a:rPr lang="es-MX" sz="1500" b="0" strike="noStrike" spc="-1" dirty="0">
                <a:solidFill>
                  <a:srgbClr val="00B050"/>
                </a:solidFill>
                <a:latin typeface="Verdana"/>
                <a:ea typeface="Verdana"/>
              </a:rPr>
              <a:t>DELETE</a:t>
            </a:r>
            <a:r>
              <a:rPr lang="es-MX" sz="1500" b="0" strike="noStrike" spc="-1" dirty="0">
                <a:solidFill>
                  <a:srgbClr val="000000"/>
                </a:solidFill>
                <a:latin typeface="Verdana"/>
                <a:ea typeface="Verdana"/>
              </a:rPr>
              <a:t> </a:t>
            </a:r>
            <a:r>
              <a:rPr lang="es-MX" sz="1500" b="0" strike="noStrike" spc="-1" dirty="0" err="1">
                <a:solidFill>
                  <a:srgbClr val="000000"/>
                </a:solidFill>
                <a:latin typeface="Verdana"/>
                <a:ea typeface="Verdana"/>
              </a:rPr>
              <a:t>Statement</a:t>
            </a:r>
            <a:r>
              <a:rPr lang="es-MX" sz="1500" b="0" strike="noStrike" spc="-1" dirty="0">
                <a:solidFill>
                  <a:srgbClr val="000000"/>
                </a:solidFill>
                <a:latin typeface="Verdana"/>
                <a:ea typeface="Verdana"/>
              </a:rPr>
              <a:t> </a:t>
            </a:r>
            <a:r>
              <a:rPr lang="en-US" sz="1500" b="0" strike="noStrike" spc="-1" dirty="0">
                <a:solidFill>
                  <a:srgbClr val="000000"/>
                </a:solidFill>
                <a:latin typeface="Verdana"/>
                <a:ea typeface="Verdana"/>
              </a:rPr>
              <a:t>is used to delete existing records in a table.</a:t>
            </a:r>
            <a:endParaRPr lang="es-MX" sz="1500" b="0" strike="noStrike" spc="-1" dirty="0">
              <a:solidFill>
                <a:srgbClr val="000000"/>
              </a:solidFill>
              <a:latin typeface="Arial"/>
            </a:endParaRPr>
          </a:p>
          <a:p>
            <a:pPr defTabSz="914400">
              <a:lnSpc>
                <a:spcPct val="90000"/>
              </a:lnSpc>
              <a:spcBef>
                <a:spcPts val="1001"/>
              </a:spcBef>
              <a:tabLst>
                <a:tab pos="0" algn="l"/>
              </a:tabLst>
            </a:pPr>
            <a:r>
              <a:rPr lang="en-US" sz="1500" b="0" strike="noStrike" spc="-1" dirty="0">
                <a:solidFill>
                  <a:srgbClr val="0000CD"/>
                </a:solidFill>
                <a:latin typeface="Verdana"/>
                <a:ea typeface="Verdana"/>
              </a:rPr>
              <a:t>DELETE</a:t>
            </a:r>
            <a:r>
              <a:rPr lang="en-US" sz="1500" b="0" strike="noStrike" spc="-1" dirty="0">
                <a:solidFill>
                  <a:srgbClr val="000000"/>
                </a:solidFill>
                <a:latin typeface="Verdana"/>
                <a:ea typeface="Verdana"/>
              </a:rPr>
              <a:t> </a:t>
            </a:r>
            <a:r>
              <a:rPr lang="en-US" sz="1500" b="0" strike="noStrike" spc="-1" dirty="0">
                <a:solidFill>
                  <a:srgbClr val="0000CD"/>
                </a:solidFill>
                <a:latin typeface="Verdana"/>
                <a:ea typeface="Verdana"/>
              </a:rPr>
              <a:t>FROM</a:t>
            </a:r>
            <a:r>
              <a:rPr lang="en-US" sz="1500" b="0" strike="noStrike" spc="-1" dirty="0">
                <a:solidFill>
                  <a:srgbClr val="000000"/>
                </a:solidFill>
                <a:latin typeface="Verdana"/>
                <a:ea typeface="Verdana"/>
              </a:rPr>
              <a:t> Customers </a:t>
            </a:r>
            <a:r>
              <a:rPr lang="en-US" sz="1500" b="0" strike="noStrike" spc="-1" dirty="0">
                <a:solidFill>
                  <a:srgbClr val="0000CD"/>
                </a:solidFill>
                <a:latin typeface="Verdana"/>
                <a:ea typeface="Verdana"/>
              </a:rPr>
              <a:t>WHERE</a:t>
            </a:r>
            <a:r>
              <a:rPr lang="en-US" sz="1500" b="0" strike="noStrike" spc="-1" dirty="0">
                <a:solidFill>
                  <a:srgbClr val="000000"/>
                </a:solidFill>
                <a:latin typeface="Verdana"/>
                <a:ea typeface="Verdana"/>
              </a:rPr>
              <a:t> CustomerName=</a:t>
            </a:r>
            <a:r>
              <a:rPr lang="en-US" sz="1500" b="0" strike="noStrike" spc="-1" dirty="0">
                <a:solidFill>
                  <a:srgbClr val="A52A2A"/>
                </a:solidFill>
                <a:latin typeface="Verdana"/>
                <a:ea typeface="Verdana"/>
              </a:rPr>
              <a:t>'Alfreds </a:t>
            </a:r>
            <a:r>
              <a:rPr lang="en-US" sz="1500" b="0" strike="noStrike" spc="-1" dirty="0" err="1">
                <a:solidFill>
                  <a:srgbClr val="A52A2A"/>
                </a:solidFill>
                <a:latin typeface="Verdana"/>
                <a:ea typeface="Verdana"/>
              </a:rPr>
              <a:t>Futterkiste</a:t>
            </a:r>
            <a:r>
              <a:rPr lang="en-US" sz="1500" b="0" strike="noStrike" spc="-1" dirty="0">
                <a:solidFill>
                  <a:srgbClr val="A52A2A"/>
                </a:solidFill>
                <a:latin typeface="Verdana"/>
                <a:ea typeface="Verdana"/>
              </a:rPr>
              <a:t>'</a:t>
            </a:r>
            <a:r>
              <a:rPr lang="en-US" sz="1500" b="0" strike="noStrike" spc="-1" dirty="0">
                <a:solidFill>
                  <a:srgbClr val="000000"/>
                </a:solidFill>
                <a:latin typeface="Verdana"/>
                <a:ea typeface="Verdana"/>
              </a:rPr>
              <a:t>;</a:t>
            </a:r>
            <a:endParaRPr lang="es-MX" sz="1500" b="0" strike="noStrike" spc="-1" dirty="0">
              <a:solidFill>
                <a:srgbClr val="000000"/>
              </a:solidFill>
              <a:latin typeface="Arial"/>
            </a:endParaRPr>
          </a:p>
          <a:p>
            <a:pPr defTabSz="914400">
              <a:lnSpc>
                <a:spcPct val="90000"/>
              </a:lnSpc>
              <a:spcBef>
                <a:spcPts val="1001"/>
              </a:spcBef>
              <a:tabLst>
                <a:tab pos="0" algn="l"/>
              </a:tabLst>
            </a:pPr>
            <a:endParaRPr lang="es-MX" sz="1500" b="0" strike="noStrike" spc="-1" dirty="0">
              <a:solidFill>
                <a:srgbClr val="000000"/>
              </a:solidFill>
              <a:latin typeface="Arial"/>
            </a:endParaRPr>
          </a:p>
          <a:p>
            <a:pPr defTabSz="914400">
              <a:lnSpc>
                <a:spcPct val="90000"/>
              </a:lnSpc>
              <a:spcBef>
                <a:spcPts val="1001"/>
              </a:spcBef>
              <a:tabLst>
                <a:tab pos="0" algn="l"/>
              </a:tabLst>
            </a:pPr>
            <a:r>
              <a:rPr lang="es-MX" sz="1500" b="0" strike="noStrike" spc="-1" dirty="0">
                <a:solidFill>
                  <a:srgbClr val="00B050"/>
                </a:solidFill>
                <a:latin typeface="Verdana"/>
                <a:ea typeface="Verdana"/>
              </a:rPr>
              <a:t>LIMIT</a:t>
            </a:r>
            <a:r>
              <a:rPr lang="es-MX" sz="1500" b="0" strike="noStrike" spc="-1" dirty="0">
                <a:solidFill>
                  <a:srgbClr val="000000"/>
                </a:solidFill>
                <a:latin typeface="Verdana"/>
                <a:ea typeface="Verdana"/>
              </a:rPr>
              <a:t> </a:t>
            </a:r>
            <a:r>
              <a:rPr lang="es-MX" sz="1500" b="0" strike="noStrike" spc="-1" dirty="0" err="1">
                <a:solidFill>
                  <a:srgbClr val="000000"/>
                </a:solidFill>
                <a:latin typeface="Verdana"/>
                <a:ea typeface="Verdana"/>
              </a:rPr>
              <a:t>Clause</a:t>
            </a:r>
            <a:r>
              <a:rPr lang="es-MX" sz="1500" b="0" strike="noStrike" spc="-1" dirty="0">
                <a:solidFill>
                  <a:srgbClr val="000000"/>
                </a:solidFill>
                <a:latin typeface="Verdana"/>
                <a:ea typeface="Verdana"/>
              </a:rPr>
              <a:t> </a:t>
            </a:r>
            <a:r>
              <a:rPr lang="en-US" sz="1500" b="0" strike="noStrike" spc="-1" dirty="0">
                <a:solidFill>
                  <a:srgbClr val="000000"/>
                </a:solidFill>
                <a:latin typeface="Verdana"/>
                <a:ea typeface="Verdana"/>
              </a:rPr>
              <a:t>to specify the number of records to return.</a:t>
            </a:r>
            <a:endParaRPr lang="es-MX" sz="1500" b="0" strike="noStrike" spc="-1" dirty="0">
              <a:solidFill>
                <a:srgbClr val="000000"/>
              </a:solidFill>
              <a:latin typeface="Arial"/>
            </a:endParaRPr>
          </a:p>
          <a:p>
            <a:pPr defTabSz="914400">
              <a:lnSpc>
                <a:spcPct val="90000"/>
              </a:lnSpc>
              <a:spcBef>
                <a:spcPts val="1001"/>
              </a:spcBef>
              <a:tabLst>
                <a:tab pos="0" algn="l"/>
              </a:tabLst>
            </a:pPr>
            <a:r>
              <a:rPr lang="en-US" sz="1500" b="0" strike="noStrike" spc="-1" dirty="0">
                <a:solidFill>
                  <a:srgbClr val="0000CD"/>
                </a:solidFill>
                <a:latin typeface="Verdana"/>
                <a:ea typeface="Verdana"/>
              </a:rPr>
              <a:t>SELECT</a:t>
            </a:r>
            <a:r>
              <a:rPr lang="en-US" sz="1500" b="0" strike="noStrike" spc="-1" dirty="0">
                <a:solidFill>
                  <a:srgbClr val="000000"/>
                </a:solidFill>
                <a:latin typeface="Verdana"/>
                <a:ea typeface="Verdana"/>
              </a:rPr>
              <a:t> * </a:t>
            </a:r>
            <a:r>
              <a:rPr lang="en-US" sz="1500" b="0" strike="noStrike" spc="-1" dirty="0">
                <a:solidFill>
                  <a:srgbClr val="0000CD"/>
                </a:solidFill>
                <a:latin typeface="Verdana"/>
                <a:ea typeface="Verdana"/>
              </a:rPr>
              <a:t>FROM</a:t>
            </a:r>
            <a:r>
              <a:rPr lang="en-US" sz="1500" b="0" strike="noStrike" spc="-1" dirty="0">
                <a:solidFill>
                  <a:srgbClr val="000000"/>
                </a:solidFill>
                <a:latin typeface="Verdana"/>
                <a:ea typeface="Verdana"/>
              </a:rPr>
              <a:t> Customers</a:t>
            </a:r>
            <a:br>
              <a:rPr sz="1500" dirty="0"/>
            </a:br>
            <a:r>
              <a:rPr lang="en-US" sz="1500" b="0" strike="noStrike" spc="-1" dirty="0">
                <a:solidFill>
                  <a:srgbClr val="0000CD"/>
                </a:solidFill>
                <a:latin typeface="Verdana"/>
                <a:ea typeface="Verdana"/>
              </a:rPr>
              <a:t>LIMIT</a:t>
            </a:r>
            <a:r>
              <a:rPr lang="en-US" sz="1500" b="0" strike="noStrike" spc="-1" dirty="0">
                <a:solidFill>
                  <a:srgbClr val="000000"/>
                </a:solidFill>
                <a:latin typeface="Verdana"/>
                <a:ea typeface="Verdana"/>
              </a:rPr>
              <a:t> </a:t>
            </a:r>
            <a:r>
              <a:rPr lang="en-US" sz="1500" b="0" strike="noStrike" spc="-1" dirty="0">
                <a:solidFill>
                  <a:srgbClr val="FF0000"/>
                </a:solidFill>
                <a:latin typeface="Verdana"/>
                <a:ea typeface="Verdana"/>
              </a:rPr>
              <a:t>3</a:t>
            </a:r>
            <a:r>
              <a:rPr lang="en-US" sz="1500" b="0" strike="noStrike" spc="-1" dirty="0">
                <a:solidFill>
                  <a:srgbClr val="000000"/>
                </a:solidFill>
                <a:latin typeface="Verdana"/>
                <a:ea typeface="Verdana"/>
              </a:rPr>
              <a:t>;</a:t>
            </a:r>
            <a:endParaRPr lang="es-MX" sz="1500" b="0" strike="noStrike" spc="-1" dirty="0">
              <a:solidFill>
                <a:srgbClr val="000000"/>
              </a:solidFill>
              <a:latin typeface="Arial"/>
            </a:endParaRPr>
          </a:p>
          <a:p>
            <a:pPr defTabSz="914400">
              <a:lnSpc>
                <a:spcPct val="90000"/>
              </a:lnSpc>
              <a:spcBef>
                <a:spcPts val="1001"/>
              </a:spcBef>
              <a:tabLst>
                <a:tab pos="0" algn="l"/>
              </a:tabLst>
            </a:pPr>
            <a:endParaRPr lang="es-MX" sz="1500" b="0" strike="noStrike" spc="-1" dirty="0">
              <a:solidFill>
                <a:srgbClr val="000000"/>
              </a:solidFill>
              <a:latin typeface="Arial"/>
            </a:endParaRPr>
          </a:p>
          <a:p>
            <a:pPr defTabSz="914400">
              <a:lnSpc>
                <a:spcPct val="90000"/>
              </a:lnSpc>
              <a:spcBef>
                <a:spcPts val="1001"/>
              </a:spcBef>
              <a:tabLst>
                <a:tab pos="0" algn="l"/>
              </a:tabLst>
            </a:pPr>
            <a:r>
              <a:rPr lang="es-MX" sz="1500" b="0" strike="noStrike" spc="-1" dirty="0">
                <a:solidFill>
                  <a:srgbClr val="00B050"/>
                </a:solidFill>
                <a:latin typeface="Segoe UI"/>
                <a:ea typeface="Verdana"/>
              </a:rPr>
              <a:t>MIN</a:t>
            </a:r>
            <a:r>
              <a:rPr lang="es-MX" sz="1500" b="0" strike="noStrike" spc="-1" dirty="0">
                <a:solidFill>
                  <a:srgbClr val="000000"/>
                </a:solidFill>
                <a:latin typeface="Segoe UI"/>
                <a:ea typeface="Verdana"/>
              </a:rPr>
              <a:t>() and </a:t>
            </a:r>
            <a:r>
              <a:rPr lang="es-MX" sz="1500" b="0" strike="noStrike" spc="-1" dirty="0">
                <a:solidFill>
                  <a:srgbClr val="00B050"/>
                </a:solidFill>
                <a:latin typeface="Segoe UI"/>
                <a:ea typeface="Verdana"/>
              </a:rPr>
              <a:t>MAX</a:t>
            </a:r>
            <a:r>
              <a:rPr lang="es-MX" sz="1500" b="0" strike="noStrike" spc="-1" dirty="0">
                <a:solidFill>
                  <a:srgbClr val="000000"/>
                </a:solidFill>
                <a:latin typeface="Segoe UI"/>
                <a:ea typeface="Verdana"/>
              </a:rPr>
              <a:t>() </a:t>
            </a:r>
            <a:r>
              <a:rPr lang="es-MX" sz="1500" b="0" strike="noStrike" spc="-1" dirty="0" err="1">
                <a:solidFill>
                  <a:srgbClr val="000000"/>
                </a:solidFill>
                <a:latin typeface="Segoe UI"/>
                <a:ea typeface="Verdana"/>
              </a:rPr>
              <a:t>Functions</a:t>
            </a:r>
            <a:r>
              <a:rPr lang="es-MX" sz="1500" b="0" strike="noStrike" spc="-1" dirty="0">
                <a:solidFill>
                  <a:srgbClr val="000000"/>
                </a:solidFill>
                <a:latin typeface="Segoe UI"/>
                <a:ea typeface="Verdana"/>
              </a:rPr>
              <a:t> </a:t>
            </a:r>
            <a:r>
              <a:rPr lang="en-US" sz="1500" b="0" strike="noStrike" spc="-1" dirty="0" err="1">
                <a:solidFill>
                  <a:srgbClr val="000000"/>
                </a:solidFill>
                <a:latin typeface="Verdana"/>
                <a:ea typeface="Verdana"/>
              </a:rPr>
              <a:t>eturns</a:t>
            </a:r>
            <a:r>
              <a:rPr lang="en-US" sz="1500" b="0" strike="noStrike" spc="-1" dirty="0">
                <a:solidFill>
                  <a:srgbClr val="000000"/>
                </a:solidFill>
                <a:latin typeface="Verdana"/>
                <a:ea typeface="Verdana"/>
              </a:rPr>
              <a:t> the smallest and largest value of the selected column.</a:t>
            </a:r>
            <a:endParaRPr lang="es-MX" sz="1500" b="0" strike="noStrike" spc="-1" dirty="0">
              <a:solidFill>
                <a:srgbClr val="000000"/>
              </a:solidFill>
              <a:latin typeface="Arial"/>
            </a:endParaRPr>
          </a:p>
          <a:p>
            <a:pPr defTabSz="914400">
              <a:lnSpc>
                <a:spcPct val="90000"/>
              </a:lnSpc>
              <a:spcBef>
                <a:spcPts val="1001"/>
              </a:spcBef>
              <a:tabLst>
                <a:tab pos="0" algn="l"/>
              </a:tabLst>
            </a:pPr>
            <a:r>
              <a:rPr lang="en-US" sz="1500" b="0" strike="noStrike" spc="-1" dirty="0">
                <a:solidFill>
                  <a:srgbClr val="0000CD"/>
                </a:solidFill>
                <a:latin typeface="Consolas"/>
                <a:ea typeface="Verdana"/>
              </a:rPr>
              <a:t>SELECT</a:t>
            </a:r>
            <a:r>
              <a:rPr lang="en-US" sz="1500" b="0" strike="noStrike" spc="-1" dirty="0">
                <a:solidFill>
                  <a:srgbClr val="000000"/>
                </a:solidFill>
                <a:latin typeface="Consolas"/>
                <a:ea typeface="Verdana"/>
              </a:rPr>
              <a:t> MIN(Price) </a:t>
            </a:r>
            <a:r>
              <a:rPr lang="en-US" sz="1500" b="0" strike="noStrike" spc="-1" dirty="0">
                <a:solidFill>
                  <a:srgbClr val="0000CD"/>
                </a:solidFill>
                <a:latin typeface="Consolas"/>
                <a:ea typeface="Verdana"/>
              </a:rPr>
              <a:t>AS</a:t>
            </a:r>
            <a:r>
              <a:rPr lang="en-US" sz="1500" b="0" strike="noStrike" spc="-1" dirty="0">
                <a:solidFill>
                  <a:srgbClr val="000000"/>
                </a:solidFill>
                <a:latin typeface="Consolas"/>
                <a:ea typeface="Verdana"/>
              </a:rPr>
              <a:t> </a:t>
            </a:r>
            <a:r>
              <a:rPr lang="en-US" sz="1500" b="0" strike="noStrike" spc="-1" dirty="0" err="1">
                <a:solidFill>
                  <a:srgbClr val="000000"/>
                </a:solidFill>
                <a:latin typeface="Consolas"/>
                <a:ea typeface="Verdana"/>
              </a:rPr>
              <a:t>SmallestPrice</a:t>
            </a:r>
            <a:br>
              <a:rPr sz="1500" dirty="0"/>
            </a:br>
            <a:r>
              <a:rPr lang="en-US" sz="1500" b="0" strike="noStrike" spc="-1" dirty="0">
                <a:solidFill>
                  <a:srgbClr val="0000CD"/>
                </a:solidFill>
                <a:latin typeface="Consolas"/>
                <a:ea typeface="Verdana"/>
              </a:rPr>
              <a:t>FROM</a:t>
            </a:r>
            <a:r>
              <a:rPr lang="en-US" sz="1500" b="0" strike="noStrike" spc="-1" dirty="0">
                <a:solidFill>
                  <a:srgbClr val="000000"/>
                </a:solidFill>
                <a:latin typeface="Consolas"/>
                <a:ea typeface="Verdana"/>
              </a:rPr>
              <a:t> Products;</a:t>
            </a:r>
            <a:endParaRPr lang="es-MX" sz="1500" b="0" strike="noStrike" spc="-1" dirty="0">
              <a:solidFill>
                <a:srgbClr val="000000"/>
              </a:solidFill>
              <a:latin typeface="Arial"/>
            </a:endParaRPr>
          </a:p>
          <a:p>
            <a:pPr defTabSz="914400">
              <a:lnSpc>
                <a:spcPct val="90000"/>
              </a:lnSpc>
              <a:spcBef>
                <a:spcPts val="1001"/>
              </a:spcBef>
              <a:tabLst>
                <a:tab pos="0" algn="l"/>
              </a:tabLst>
            </a:pPr>
            <a:r>
              <a:rPr lang="en-US" sz="1500" b="0" strike="noStrike" spc="-1" dirty="0">
                <a:solidFill>
                  <a:srgbClr val="0000CD"/>
                </a:solidFill>
                <a:latin typeface="Consolas"/>
                <a:ea typeface="Verdana"/>
              </a:rPr>
              <a:t>SELECT</a:t>
            </a:r>
            <a:r>
              <a:rPr lang="en-US" sz="1500" b="0" strike="noStrike" spc="-1" dirty="0">
                <a:solidFill>
                  <a:srgbClr val="000000"/>
                </a:solidFill>
                <a:latin typeface="Consolas"/>
                <a:ea typeface="Verdana"/>
              </a:rPr>
              <a:t> MAX(Price) </a:t>
            </a:r>
            <a:r>
              <a:rPr lang="en-US" sz="1500" b="0" strike="noStrike" spc="-1" dirty="0">
                <a:solidFill>
                  <a:srgbClr val="0000CD"/>
                </a:solidFill>
                <a:latin typeface="Consolas"/>
                <a:ea typeface="Verdana"/>
              </a:rPr>
              <a:t>AS</a:t>
            </a:r>
            <a:r>
              <a:rPr lang="en-US" sz="1500" b="0" strike="noStrike" spc="-1" dirty="0">
                <a:solidFill>
                  <a:srgbClr val="000000"/>
                </a:solidFill>
                <a:latin typeface="Consolas"/>
                <a:ea typeface="Verdana"/>
              </a:rPr>
              <a:t> </a:t>
            </a:r>
            <a:r>
              <a:rPr lang="en-US" sz="1500" b="0" strike="noStrike" spc="-1" dirty="0" err="1">
                <a:solidFill>
                  <a:srgbClr val="000000"/>
                </a:solidFill>
                <a:latin typeface="Consolas"/>
                <a:ea typeface="Verdana"/>
              </a:rPr>
              <a:t>LargestPrice</a:t>
            </a:r>
            <a:br>
              <a:rPr sz="1500" dirty="0"/>
            </a:br>
            <a:r>
              <a:rPr lang="en-US" sz="1500" b="0" strike="noStrike" spc="-1" dirty="0">
                <a:solidFill>
                  <a:srgbClr val="0000CD"/>
                </a:solidFill>
                <a:latin typeface="Consolas"/>
                <a:ea typeface="Verdana"/>
              </a:rPr>
              <a:t>FROM</a:t>
            </a:r>
            <a:r>
              <a:rPr lang="en-US" sz="1500" b="0" strike="noStrike" spc="-1" dirty="0">
                <a:solidFill>
                  <a:srgbClr val="000000"/>
                </a:solidFill>
                <a:latin typeface="Consolas"/>
                <a:ea typeface="Verdana"/>
              </a:rPr>
              <a:t> Products;</a:t>
            </a:r>
            <a:endParaRPr lang="es-MX" sz="1500" b="0" strike="noStrike" spc="-1" dirty="0">
              <a:solidFill>
                <a:srgbClr val="000000"/>
              </a:solidFill>
              <a:latin typeface="Arial"/>
            </a:endParaRPr>
          </a:p>
          <a:p>
            <a:pPr defTabSz="914400">
              <a:lnSpc>
                <a:spcPct val="90000"/>
              </a:lnSpc>
              <a:spcBef>
                <a:spcPts val="1001"/>
              </a:spcBef>
              <a:tabLst>
                <a:tab pos="0" algn="l"/>
              </a:tabLst>
            </a:pPr>
            <a:endParaRPr lang="es-MX" sz="1500" b="0" strike="noStrike" spc="-1" dirty="0">
              <a:solidFill>
                <a:srgbClr val="000000"/>
              </a:solidFill>
              <a:latin typeface="Arial"/>
            </a:endParaRPr>
          </a:p>
          <a:p>
            <a:pPr defTabSz="914400">
              <a:lnSpc>
                <a:spcPct val="90000"/>
              </a:lnSpc>
              <a:spcBef>
                <a:spcPts val="1001"/>
              </a:spcBef>
              <a:tabLst>
                <a:tab pos="0" algn="l"/>
              </a:tabLst>
            </a:pPr>
            <a:endParaRPr lang="es-MX" sz="1500" b="0" strike="noStrike" spc="-1" dirty="0">
              <a:solidFill>
                <a:srgbClr val="000000"/>
              </a:solidFill>
              <a:latin typeface="Arial"/>
            </a:endParaRPr>
          </a:p>
          <a:p>
            <a:pPr defTabSz="914400">
              <a:lnSpc>
                <a:spcPct val="90000"/>
              </a:lnSpc>
              <a:spcBef>
                <a:spcPts val="1001"/>
              </a:spcBef>
              <a:tabLst>
                <a:tab pos="0" algn="l"/>
              </a:tabLst>
            </a:pPr>
            <a:endParaRPr lang="es-MX" sz="1500" b="0" strike="noStrike" spc="-1" dirty="0">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p:nvPr>
        </p:nvSpPr>
        <p:spPr>
          <a:xfrm>
            <a:off x="280383" y="483660"/>
            <a:ext cx="4251276" cy="589068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000" b="1" strike="noStrike" spc="-1" dirty="0">
                <a:solidFill>
                  <a:srgbClr val="00B050"/>
                </a:solidFill>
                <a:latin typeface="Segoe UI"/>
              </a:rPr>
              <a:t>COUNT(), AVG() and SUM() </a:t>
            </a:r>
            <a:r>
              <a:rPr lang="en-US" sz="2000" b="0" strike="noStrike" spc="-1" dirty="0">
                <a:solidFill>
                  <a:srgbClr val="000000"/>
                </a:solidFill>
                <a:latin typeface="Segoe UI"/>
              </a:rPr>
              <a:t>Functions; </a:t>
            </a:r>
            <a:r>
              <a:rPr lang="en-US" sz="2000" b="0" strike="noStrike" spc="-1" dirty="0">
                <a:solidFill>
                  <a:srgbClr val="000000"/>
                </a:solidFill>
                <a:latin typeface="Verdana"/>
              </a:rPr>
              <a:t> number of rows that matches a specified criterion.</a:t>
            </a:r>
            <a:r>
              <a:rPr lang="en-US" sz="2000" b="0" strike="noStrike" spc="-1" dirty="0">
                <a:solidFill>
                  <a:srgbClr val="000000"/>
                </a:solidFill>
                <a:latin typeface="Segoe UI"/>
              </a:rPr>
              <a:t> </a:t>
            </a:r>
            <a:r>
              <a:rPr lang="en-US" sz="2000" b="0" strike="noStrike" spc="-1" dirty="0">
                <a:solidFill>
                  <a:srgbClr val="000000"/>
                </a:solidFill>
                <a:latin typeface="Verdana"/>
              </a:rPr>
              <a:t> average value of a numeric column. the total sum of a numeric column. </a:t>
            </a:r>
            <a:endParaRPr lang="es-MX" sz="2000" b="0" strike="noStrike" spc="-1" dirty="0">
              <a:solidFill>
                <a:schemeClr val="dk1"/>
              </a:solidFill>
              <a:latin typeface="Calibri"/>
            </a:endParaRPr>
          </a:p>
          <a:p>
            <a:pPr indent="0" defTabSz="914400">
              <a:lnSpc>
                <a:spcPct val="90000"/>
              </a:lnSpc>
              <a:spcBef>
                <a:spcPts val="1001"/>
              </a:spcBef>
              <a:buNone/>
              <a:tabLst>
                <a:tab pos="0" algn="l"/>
              </a:tabLst>
            </a:pPr>
            <a:r>
              <a:rPr lang="en-US" sz="2000" b="0" strike="noStrike" spc="-1" dirty="0">
                <a:solidFill>
                  <a:srgbClr val="0000CD"/>
                </a:solidFill>
                <a:latin typeface="Consolas"/>
              </a:rPr>
              <a:t>SELECT</a:t>
            </a:r>
            <a:r>
              <a:rPr lang="en-US" sz="2000" b="0" strike="noStrike" spc="-1" dirty="0">
                <a:solidFill>
                  <a:srgbClr val="000000"/>
                </a:solidFill>
                <a:latin typeface="Consolas"/>
              </a:rPr>
              <a:t> </a:t>
            </a:r>
            <a:r>
              <a:rPr lang="en-US" sz="2000" b="0" strike="noStrike" spc="-1" dirty="0">
                <a:solidFill>
                  <a:srgbClr val="0000CD"/>
                </a:solidFill>
                <a:latin typeface="Consolas"/>
              </a:rPr>
              <a:t>COUNT</a:t>
            </a:r>
            <a:r>
              <a:rPr lang="en-US" sz="2000" b="0" strike="noStrike" spc="-1" dirty="0">
                <a:solidFill>
                  <a:srgbClr val="000000"/>
                </a:solidFill>
                <a:latin typeface="Consolas"/>
              </a:rPr>
              <a:t>(</a:t>
            </a:r>
            <a:r>
              <a:rPr lang="en-US" sz="2000" b="0" strike="noStrike" spc="-1" dirty="0" err="1">
                <a:solidFill>
                  <a:srgbClr val="000000"/>
                </a:solidFill>
                <a:latin typeface="Consolas"/>
              </a:rPr>
              <a:t>ProductID</a:t>
            </a:r>
            <a:r>
              <a:rPr lang="en-US" sz="2000" b="0" strike="noStrike" spc="-1" dirty="0">
                <a:solidFill>
                  <a:srgbClr val="000000"/>
                </a:solidFill>
                <a:latin typeface="Consolas"/>
              </a:rPr>
              <a:t>)</a:t>
            </a:r>
            <a:br>
              <a:rPr sz="2000" dirty="0"/>
            </a:br>
            <a:r>
              <a:rPr lang="en-US" sz="2000" b="0" strike="noStrike" spc="-1" dirty="0">
                <a:solidFill>
                  <a:srgbClr val="0000CD"/>
                </a:solidFill>
                <a:latin typeface="Consolas"/>
              </a:rPr>
              <a:t>FROM</a:t>
            </a:r>
            <a:r>
              <a:rPr lang="en-US" sz="2000" b="0" strike="noStrike" spc="-1" dirty="0">
                <a:solidFill>
                  <a:srgbClr val="000000"/>
                </a:solidFill>
                <a:latin typeface="Consolas"/>
              </a:rPr>
              <a:t> Products;</a:t>
            </a:r>
            <a:endParaRPr lang="es-MX" sz="2000" b="0" strike="noStrike" spc="-1" dirty="0">
              <a:solidFill>
                <a:schemeClr val="dk1"/>
              </a:solidFill>
              <a:latin typeface="Calibri"/>
            </a:endParaRPr>
          </a:p>
          <a:p>
            <a:pPr indent="0" defTabSz="914400">
              <a:lnSpc>
                <a:spcPct val="90000"/>
              </a:lnSpc>
              <a:spcBef>
                <a:spcPts val="1001"/>
              </a:spcBef>
              <a:buNone/>
              <a:tabLst>
                <a:tab pos="0" algn="l"/>
              </a:tabLst>
            </a:pPr>
            <a:r>
              <a:rPr lang="en-US" sz="2000" b="0" strike="noStrike" spc="-1" dirty="0">
                <a:solidFill>
                  <a:srgbClr val="0000CD"/>
                </a:solidFill>
                <a:latin typeface="Consolas"/>
              </a:rPr>
              <a:t>SELECT</a:t>
            </a:r>
            <a:r>
              <a:rPr lang="en-US" sz="2000" b="0" strike="noStrike" spc="-1" dirty="0">
                <a:solidFill>
                  <a:srgbClr val="000000"/>
                </a:solidFill>
                <a:latin typeface="Consolas"/>
              </a:rPr>
              <a:t> </a:t>
            </a:r>
            <a:r>
              <a:rPr lang="en-US" sz="2000" b="0" strike="noStrike" spc="-1" dirty="0">
                <a:solidFill>
                  <a:srgbClr val="0000FF"/>
                </a:solidFill>
                <a:latin typeface="Consolas"/>
              </a:rPr>
              <a:t>AVG</a:t>
            </a:r>
            <a:r>
              <a:rPr lang="en-US" sz="2000" b="0" strike="noStrike" spc="-1" dirty="0">
                <a:solidFill>
                  <a:srgbClr val="000000"/>
                </a:solidFill>
                <a:latin typeface="Consolas"/>
              </a:rPr>
              <a:t>(Price)</a:t>
            </a:r>
            <a:br>
              <a:rPr sz="2000" dirty="0"/>
            </a:br>
            <a:r>
              <a:rPr lang="en-US" sz="2000" b="0" strike="noStrike" spc="-1" dirty="0">
                <a:solidFill>
                  <a:srgbClr val="0000CD"/>
                </a:solidFill>
                <a:latin typeface="Consolas"/>
              </a:rPr>
              <a:t>FROM</a:t>
            </a:r>
            <a:r>
              <a:rPr lang="en-US" sz="2000" b="0" strike="noStrike" spc="-1" dirty="0">
                <a:solidFill>
                  <a:srgbClr val="000000"/>
                </a:solidFill>
                <a:latin typeface="Consolas"/>
              </a:rPr>
              <a:t> Products;</a:t>
            </a:r>
            <a:endParaRPr lang="es-MX" sz="2000" b="0" strike="noStrike" spc="-1" dirty="0">
              <a:solidFill>
                <a:schemeClr val="dk1"/>
              </a:solidFill>
              <a:latin typeface="Calibri"/>
            </a:endParaRPr>
          </a:p>
          <a:p>
            <a:pPr indent="0" defTabSz="914400">
              <a:lnSpc>
                <a:spcPct val="90000"/>
              </a:lnSpc>
              <a:spcBef>
                <a:spcPts val="1001"/>
              </a:spcBef>
              <a:buNone/>
              <a:tabLst>
                <a:tab pos="0" algn="l"/>
              </a:tabLst>
            </a:pPr>
            <a:r>
              <a:rPr lang="en-US" sz="2000" b="0" strike="noStrike" spc="-1" dirty="0">
                <a:solidFill>
                  <a:srgbClr val="0000CD"/>
                </a:solidFill>
                <a:latin typeface="Consolas"/>
              </a:rPr>
              <a:t>SELECT</a:t>
            </a:r>
            <a:r>
              <a:rPr lang="en-US" sz="2000" b="0" strike="noStrike" spc="-1" dirty="0">
                <a:solidFill>
                  <a:srgbClr val="000000"/>
                </a:solidFill>
                <a:latin typeface="Consolas"/>
              </a:rPr>
              <a:t> </a:t>
            </a:r>
            <a:r>
              <a:rPr lang="en-US" sz="2000" b="0" strike="noStrike" spc="-1" dirty="0">
                <a:solidFill>
                  <a:srgbClr val="0000FF"/>
                </a:solidFill>
                <a:latin typeface="Consolas"/>
              </a:rPr>
              <a:t>SUM</a:t>
            </a:r>
            <a:r>
              <a:rPr lang="en-US" sz="2000" b="0" strike="noStrike" spc="-1" dirty="0">
                <a:solidFill>
                  <a:srgbClr val="000000"/>
                </a:solidFill>
                <a:latin typeface="Consolas"/>
              </a:rPr>
              <a:t>(Quantity)</a:t>
            </a:r>
            <a:br>
              <a:rPr sz="2000" dirty="0"/>
            </a:br>
            <a:r>
              <a:rPr lang="en-US" sz="2000" b="0" strike="noStrike" spc="-1" dirty="0">
                <a:solidFill>
                  <a:srgbClr val="0000CD"/>
                </a:solidFill>
                <a:latin typeface="Consolas"/>
              </a:rPr>
              <a:t>FROM</a:t>
            </a:r>
            <a:r>
              <a:rPr lang="en-US" sz="2000" b="0" strike="noStrike" spc="-1" dirty="0">
                <a:solidFill>
                  <a:srgbClr val="000000"/>
                </a:solidFill>
                <a:latin typeface="Consolas"/>
              </a:rPr>
              <a:t> </a:t>
            </a:r>
            <a:r>
              <a:rPr lang="en-US" sz="2000" b="0" strike="noStrike" spc="-1" dirty="0" err="1">
                <a:solidFill>
                  <a:srgbClr val="000000"/>
                </a:solidFill>
                <a:latin typeface="Consolas"/>
              </a:rPr>
              <a:t>OrderDetails</a:t>
            </a:r>
            <a:r>
              <a:rPr lang="en-US" sz="2000" b="0" strike="noStrike" spc="-1" dirty="0">
                <a:solidFill>
                  <a:srgbClr val="000000"/>
                </a:solidFill>
                <a:latin typeface="Consolas"/>
              </a:rPr>
              <a:t>;</a:t>
            </a:r>
            <a:endParaRPr lang="es-MX" sz="2000" b="0" strike="noStrike" spc="-1" dirty="0">
              <a:solidFill>
                <a:schemeClr val="dk1"/>
              </a:solidFill>
              <a:latin typeface="Calibri"/>
            </a:endParaRPr>
          </a:p>
          <a:p>
            <a:pPr indent="0" defTabSz="914400">
              <a:lnSpc>
                <a:spcPct val="90000"/>
              </a:lnSpc>
              <a:spcBef>
                <a:spcPts val="1001"/>
              </a:spcBef>
              <a:buNone/>
              <a:tabLst>
                <a:tab pos="0" algn="l"/>
              </a:tabLst>
            </a:pPr>
            <a:endParaRPr lang="es-MX" sz="2000" b="0" strike="noStrike" spc="-1" dirty="0">
              <a:solidFill>
                <a:schemeClr val="dk1"/>
              </a:solidFill>
              <a:latin typeface="Calibri"/>
            </a:endParaRPr>
          </a:p>
          <a:p>
            <a:pPr indent="0" defTabSz="914400">
              <a:lnSpc>
                <a:spcPct val="90000"/>
              </a:lnSpc>
              <a:spcBef>
                <a:spcPts val="1001"/>
              </a:spcBef>
              <a:buNone/>
              <a:tabLst>
                <a:tab pos="0" algn="l"/>
              </a:tabLst>
            </a:pPr>
            <a:r>
              <a:rPr lang="es-MX" sz="2000" b="0" strike="noStrike" spc="-1" dirty="0">
                <a:solidFill>
                  <a:srgbClr val="0000FF"/>
                </a:solidFill>
                <a:latin typeface="Segoe UI"/>
              </a:rPr>
              <a:t>LIKE</a:t>
            </a:r>
            <a:r>
              <a:rPr lang="es-MX" sz="2000" b="0" strike="noStrike" spc="-1" dirty="0">
                <a:solidFill>
                  <a:srgbClr val="000000"/>
                </a:solidFill>
                <a:latin typeface="Segoe UI"/>
              </a:rPr>
              <a:t> </a:t>
            </a:r>
            <a:r>
              <a:rPr lang="es-MX" sz="2000" b="0" strike="noStrike" spc="-1" dirty="0" err="1">
                <a:solidFill>
                  <a:srgbClr val="000000"/>
                </a:solidFill>
                <a:latin typeface="Segoe UI"/>
              </a:rPr>
              <a:t>Operator</a:t>
            </a:r>
            <a:r>
              <a:rPr lang="es-MX" sz="2000" b="0" strike="noStrike" spc="-1" dirty="0">
                <a:solidFill>
                  <a:srgbClr val="000000"/>
                </a:solidFill>
                <a:latin typeface="Segoe UI"/>
              </a:rPr>
              <a:t>: </a:t>
            </a:r>
            <a:r>
              <a:rPr lang="es-MX" sz="2000" b="0" strike="noStrike" spc="-1" dirty="0" err="1">
                <a:solidFill>
                  <a:srgbClr val="000000"/>
                </a:solidFill>
                <a:latin typeface="Segoe UI"/>
              </a:rPr>
              <a:t>is</a:t>
            </a:r>
            <a:r>
              <a:rPr lang="es-MX" sz="2000" b="0" strike="noStrike" spc="-1" dirty="0">
                <a:solidFill>
                  <a:srgbClr val="000000"/>
                </a:solidFill>
                <a:latin typeface="Segoe UI"/>
              </a:rPr>
              <a:t> </a:t>
            </a:r>
            <a:r>
              <a:rPr lang="es-MX" sz="2000" b="0" strike="noStrike" spc="-1" dirty="0" err="1">
                <a:solidFill>
                  <a:srgbClr val="000000"/>
                </a:solidFill>
                <a:latin typeface="Segoe UI"/>
              </a:rPr>
              <a:t>used</a:t>
            </a:r>
            <a:r>
              <a:rPr lang="es-MX" sz="2000" b="0" strike="noStrike" spc="-1" dirty="0">
                <a:solidFill>
                  <a:srgbClr val="000000"/>
                </a:solidFill>
                <a:latin typeface="Segoe UI"/>
              </a:rPr>
              <a:t> in a </a:t>
            </a:r>
            <a:r>
              <a:rPr lang="es-MX" sz="2000" b="0" strike="noStrike" spc="-1" dirty="0" err="1">
                <a:solidFill>
                  <a:srgbClr val="000000"/>
                </a:solidFill>
                <a:latin typeface="Segoe UI"/>
              </a:rPr>
              <a:t>where</a:t>
            </a:r>
            <a:r>
              <a:rPr lang="es-MX" sz="2000" b="0" strike="noStrike" spc="-1" dirty="0">
                <a:solidFill>
                  <a:srgbClr val="000000"/>
                </a:solidFill>
                <a:latin typeface="Segoe UI"/>
              </a:rPr>
              <a:t> </a:t>
            </a:r>
            <a:r>
              <a:rPr lang="es-MX" sz="2000" b="0" strike="noStrike" spc="-1" dirty="0" err="1">
                <a:solidFill>
                  <a:srgbClr val="000000"/>
                </a:solidFill>
                <a:latin typeface="Segoe UI"/>
              </a:rPr>
              <a:t>clause</a:t>
            </a:r>
            <a:r>
              <a:rPr lang="es-MX" sz="2000" b="0" strike="noStrike" spc="-1" dirty="0">
                <a:solidFill>
                  <a:srgbClr val="000000"/>
                </a:solidFill>
                <a:latin typeface="Segoe UI"/>
              </a:rPr>
              <a:t> </a:t>
            </a:r>
            <a:r>
              <a:rPr lang="es-MX" sz="2000" b="0" strike="noStrike" spc="-1" dirty="0" err="1">
                <a:solidFill>
                  <a:srgbClr val="000000"/>
                </a:solidFill>
                <a:latin typeface="Segoe UI"/>
              </a:rPr>
              <a:t>to</a:t>
            </a:r>
            <a:r>
              <a:rPr lang="es-MX" sz="2000" b="0" strike="noStrike" spc="-1" dirty="0">
                <a:solidFill>
                  <a:srgbClr val="000000"/>
                </a:solidFill>
                <a:latin typeface="Segoe UI"/>
              </a:rPr>
              <a:t> </a:t>
            </a:r>
            <a:r>
              <a:rPr lang="es-MX" sz="2000" b="0" strike="noStrike" spc="-1" dirty="0" err="1">
                <a:solidFill>
                  <a:srgbClr val="000000"/>
                </a:solidFill>
                <a:latin typeface="Segoe UI"/>
              </a:rPr>
              <a:t>search</a:t>
            </a:r>
            <a:r>
              <a:rPr lang="es-MX" sz="2000" b="0" strike="noStrike" spc="-1" dirty="0">
                <a:solidFill>
                  <a:srgbClr val="000000"/>
                </a:solidFill>
                <a:latin typeface="Segoe UI"/>
              </a:rPr>
              <a:t> </a:t>
            </a:r>
            <a:r>
              <a:rPr lang="es-MX" sz="2000" b="0" strike="noStrike" spc="-1" dirty="0" err="1">
                <a:solidFill>
                  <a:srgbClr val="000000"/>
                </a:solidFill>
                <a:latin typeface="Segoe UI"/>
              </a:rPr>
              <a:t>for</a:t>
            </a:r>
            <a:r>
              <a:rPr lang="es-MX" sz="2000" b="0" strike="noStrike" spc="-1" dirty="0">
                <a:solidFill>
                  <a:srgbClr val="000000"/>
                </a:solidFill>
                <a:latin typeface="Segoe UI"/>
              </a:rPr>
              <a:t> a </a:t>
            </a:r>
            <a:r>
              <a:rPr lang="es-MX" sz="2000" b="0" strike="noStrike" spc="-1" dirty="0" err="1">
                <a:solidFill>
                  <a:srgbClr val="000000"/>
                </a:solidFill>
                <a:latin typeface="Segoe UI"/>
              </a:rPr>
              <a:t>specified</a:t>
            </a:r>
            <a:r>
              <a:rPr lang="es-MX" sz="2000" b="0" strike="noStrike" spc="-1" dirty="0">
                <a:solidFill>
                  <a:srgbClr val="000000"/>
                </a:solidFill>
                <a:latin typeface="Segoe UI"/>
              </a:rPr>
              <a:t> </a:t>
            </a:r>
            <a:r>
              <a:rPr lang="es-MX" sz="2000" b="0" strike="noStrike" spc="-1" dirty="0" err="1">
                <a:solidFill>
                  <a:srgbClr val="000000"/>
                </a:solidFill>
                <a:latin typeface="Segoe UI"/>
              </a:rPr>
              <a:t>pattern</a:t>
            </a:r>
            <a:r>
              <a:rPr lang="es-MX" sz="2000" b="0" strike="noStrike" spc="-1" dirty="0">
                <a:solidFill>
                  <a:srgbClr val="000000"/>
                </a:solidFill>
                <a:latin typeface="Segoe UI"/>
              </a:rPr>
              <a:t> in a </a:t>
            </a:r>
            <a:r>
              <a:rPr lang="es-MX" sz="2000" b="0" strike="noStrike" spc="-1" dirty="0" err="1">
                <a:solidFill>
                  <a:srgbClr val="000000"/>
                </a:solidFill>
                <a:latin typeface="Segoe UI"/>
              </a:rPr>
              <a:t>coumn</a:t>
            </a:r>
            <a:endParaRPr lang="es-MX" sz="2000" b="0" strike="noStrike" spc="-1" dirty="0">
              <a:solidFill>
                <a:schemeClr val="dk1"/>
              </a:solidFill>
              <a:latin typeface="Calibri"/>
            </a:endParaRPr>
          </a:p>
          <a:p>
            <a:pPr indent="0" defTabSz="914400">
              <a:lnSpc>
                <a:spcPct val="90000"/>
              </a:lnSpc>
              <a:spcBef>
                <a:spcPts val="1001"/>
              </a:spcBef>
              <a:buNone/>
              <a:tabLst>
                <a:tab pos="0" algn="l"/>
              </a:tabLst>
            </a:pPr>
            <a:endParaRPr lang="es-MX" sz="2000" b="0" strike="noStrike" spc="-1" dirty="0">
              <a:solidFill>
                <a:schemeClr val="dk1"/>
              </a:solidFill>
              <a:latin typeface="Calibri"/>
            </a:endParaRPr>
          </a:p>
          <a:p>
            <a:pPr indent="0" defTabSz="914400">
              <a:lnSpc>
                <a:spcPct val="90000"/>
              </a:lnSpc>
              <a:spcBef>
                <a:spcPts val="1001"/>
              </a:spcBef>
              <a:buNone/>
              <a:tabLst>
                <a:tab pos="0" algn="l"/>
              </a:tabLst>
            </a:pPr>
            <a:endParaRPr lang="es-MX" sz="2000" b="0" strike="noStrike" spc="-1" dirty="0">
              <a:solidFill>
                <a:schemeClr val="dk1"/>
              </a:solidFill>
              <a:latin typeface="Calibri"/>
            </a:endParaRPr>
          </a:p>
        </p:txBody>
      </p:sp>
      <p:sp>
        <p:nvSpPr>
          <p:cNvPr id="84" name="Marcador de contenido 2"/>
          <p:cNvSpPr/>
          <p:nvPr/>
        </p:nvSpPr>
        <p:spPr>
          <a:xfrm>
            <a:off x="5219068" y="308848"/>
            <a:ext cx="6210932" cy="589068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90000"/>
              </a:lnSpc>
              <a:spcBef>
                <a:spcPts val="1001"/>
              </a:spcBef>
              <a:tabLst>
                <a:tab pos="0" algn="l"/>
              </a:tabLst>
            </a:pPr>
            <a:r>
              <a:rPr lang="es-MX" sz="2000" b="0" strike="noStrike" spc="-1" dirty="0">
                <a:solidFill>
                  <a:srgbClr val="000000"/>
                </a:solidFill>
                <a:latin typeface="Segoe UI"/>
              </a:rPr>
              <a:t>Alias </a:t>
            </a:r>
            <a:r>
              <a:rPr lang="es-MX" sz="2000" b="1" spc="-1" dirty="0">
                <a:solidFill>
                  <a:srgbClr val="00B050"/>
                </a:solidFill>
                <a:latin typeface="Segoe UI"/>
              </a:rPr>
              <a:t>A</a:t>
            </a:r>
            <a:r>
              <a:rPr lang="es-MX" sz="2000" b="1" strike="noStrike" spc="-1" dirty="0">
                <a:solidFill>
                  <a:srgbClr val="00B050"/>
                </a:solidFill>
                <a:latin typeface="Segoe UI"/>
              </a:rPr>
              <a:t>s</a:t>
            </a:r>
            <a:r>
              <a:rPr lang="es-MX" sz="2000" b="0" strike="noStrike" spc="-1" dirty="0">
                <a:solidFill>
                  <a:srgbClr val="000000"/>
                </a:solidFill>
                <a:latin typeface="Segoe UI"/>
              </a:rPr>
              <a:t> </a:t>
            </a:r>
            <a:r>
              <a:rPr lang="en-US" sz="2000" b="0" strike="noStrike" spc="-1" dirty="0">
                <a:solidFill>
                  <a:srgbClr val="000000"/>
                </a:solidFill>
                <a:latin typeface="Verdana"/>
              </a:rPr>
              <a:t>are used to give a table, or a column in a table, a temporary name.</a:t>
            </a:r>
            <a:endParaRPr lang="es-MX" sz="2000" b="0" strike="noStrike" spc="-1" dirty="0">
              <a:solidFill>
                <a:srgbClr val="000000"/>
              </a:solidFill>
              <a:latin typeface="Arial"/>
            </a:endParaRPr>
          </a:p>
          <a:p>
            <a:pPr defTabSz="914400">
              <a:lnSpc>
                <a:spcPct val="90000"/>
              </a:lnSpc>
              <a:spcBef>
                <a:spcPts val="1001"/>
              </a:spcBef>
              <a:tabLst>
                <a:tab pos="0" algn="l"/>
              </a:tabLst>
            </a:pPr>
            <a:r>
              <a:rPr lang="en-US" sz="2000" b="0" strike="noStrike" spc="-1" dirty="0">
                <a:solidFill>
                  <a:srgbClr val="0000CD"/>
                </a:solidFill>
                <a:latin typeface="Consolas"/>
              </a:rPr>
              <a:t>SELECT</a:t>
            </a:r>
            <a:r>
              <a:rPr lang="en-US" sz="2000" b="0" strike="noStrike" spc="-1" dirty="0">
                <a:solidFill>
                  <a:srgbClr val="000000"/>
                </a:solidFill>
                <a:latin typeface="Consolas"/>
              </a:rPr>
              <a:t> </a:t>
            </a:r>
            <a:r>
              <a:rPr lang="en-US" sz="2000" b="0" strike="noStrike" spc="-1" dirty="0" err="1">
                <a:solidFill>
                  <a:srgbClr val="000000"/>
                </a:solidFill>
                <a:latin typeface="Consolas"/>
              </a:rPr>
              <a:t>CustomerID</a:t>
            </a:r>
            <a:r>
              <a:rPr lang="en-US" sz="2000" b="0" strike="noStrike" spc="-1" dirty="0">
                <a:solidFill>
                  <a:srgbClr val="000000"/>
                </a:solidFill>
                <a:latin typeface="Consolas"/>
              </a:rPr>
              <a:t> </a:t>
            </a:r>
            <a:r>
              <a:rPr lang="en-US" sz="2000" b="0" strike="noStrike" spc="-1" dirty="0">
                <a:solidFill>
                  <a:srgbClr val="0000CD"/>
                </a:solidFill>
                <a:latin typeface="Consolas"/>
              </a:rPr>
              <a:t>AS</a:t>
            </a:r>
            <a:r>
              <a:rPr lang="en-US" sz="2000" b="0" strike="noStrike" spc="-1" dirty="0">
                <a:solidFill>
                  <a:srgbClr val="000000"/>
                </a:solidFill>
                <a:latin typeface="Consolas"/>
              </a:rPr>
              <a:t> ID, CustomerName </a:t>
            </a:r>
            <a:r>
              <a:rPr lang="en-US" sz="2000" b="0" strike="noStrike" spc="-1" dirty="0">
                <a:solidFill>
                  <a:srgbClr val="0000CD"/>
                </a:solidFill>
                <a:latin typeface="Consolas"/>
              </a:rPr>
              <a:t>AS</a:t>
            </a:r>
            <a:r>
              <a:rPr lang="en-US" sz="2000" b="0" strike="noStrike" spc="-1" dirty="0">
                <a:solidFill>
                  <a:srgbClr val="000000"/>
                </a:solidFill>
                <a:latin typeface="Consolas"/>
              </a:rPr>
              <a:t> Customer</a:t>
            </a:r>
            <a:br>
              <a:rPr sz="2000" dirty="0"/>
            </a:br>
            <a:r>
              <a:rPr lang="en-US" sz="2000" b="0" strike="noStrike" spc="-1" dirty="0">
                <a:solidFill>
                  <a:srgbClr val="0000CD"/>
                </a:solidFill>
                <a:latin typeface="Consolas"/>
              </a:rPr>
              <a:t>FROM</a:t>
            </a:r>
            <a:r>
              <a:rPr lang="en-US" sz="2000" b="0" strike="noStrike" spc="-1" dirty="0">
                <a:solidFill>
                  <a:srgbClr val="000000"/>
                </a:solidFill>
                <a:latin typeface="Consolas"/>
              </a:rPr>
              <a:t> Customers;</a:t>
            </a:r>
            <a:endParaRPr lang="es-MX" sz="2000" b="0" strike="noStrike" spc="-1" dirty="0">
              <a:solidFill>
                <a:srgbClr val="000000"/>
              </a:solidFill>
              <a:latin typeface="Arial"/>
            </a:endParaRPr>
          </a:p>
          <a:p>
            <a:pPr defTabSz="914400">
              <a:lnSpc>
                <a:spcPct val="90000"/>
              </a:lnSpc>
              <a:spcBef>
                <a:spcPts val="1001"/>
              </a:spcBef>
              <a:tabLst>
                <a:tab pos="0" algn="l"/>
              </a:tabLst>
            </a:pPr>
            <a:endParaRPr lang="es-MX" sz="1600" b="0" strike="noStrike" spc="-1" dirty="0">
              <a:solidFill>
                <a:srgbClr val="000000"/>
              </a:solidFill>
              <a:latin typeface="Arial"/>
            </a:endParaRPr>
          </a:p>
          <a:p>
            <a:pPr defTabSz="914400">
              <a:lnSpc>
                <a:spcPct val="90000"/>
              </a:lnSpc>
              <a:spcBef>
                <a:spcPts val="1001"/>
              </a:spcBef>
              <a:tabLst>
                <a:tab pos="0" algn="l"/>
              </a:tabLst>
            </a:pPr>
            <a:endParaRPr lang="es-MX" sz="2000" b="0" strike="noStrike" spc="-1" dirty="0">
              <a:solidFill>
                <a:srgbClr val="000000"/>
              </a:solidFill>
              <a:latin typeface="Arial"/>
            </a:endParaRPr>
          </a:p>
          <a:p>
            <a:pPr defTabSz="914400">
              <a:lnSpc>
                <a:spcPct val="90000"/>
              </a:lnSpc>
              <a:spcBef>
                <a:spcPts val="1001"/>
              </a:spcBef>
              <a:tabLst>
                <a:tab pos="0" algn="l"/>
              </a:tabLst>
            </a:pPr>
            <a:endParaRPr lang="es-MX" sz="2000" b="0" strike="noStrike" spc="-1" dirty="0">
              <a:solidFill>
                <a:srgbClr val="000000"/>
              </a:solidFill>
              <a:latin typeface="Arial"/>
            </a:endParaRPr>
          </a:p>
        </p:txBody>
      </p:sp>
      <p:pic>
        <p:nvPicPr>
          <p:cNvPr id="85" name="Imagen 5"/>
          <p:cNvPicPr/>
          <p:nvPr/>
        </p:nvPicPr>
        <p:blipFill>
          <a:blip r:embed="rId2"/>
          <a:stretch/>
        </p:blipFill>
        <p:spPr>
          <a:xfrm>
            <a:off x="4222378" y="1909482"/>
            <a:ext cx="7848600" cy="4814047"/>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p:nvPr>
        </p:nvSpPr>
        <p:spPr>
          <a:xfrm>
            <a:off x="846720" y="560880"/>
            <a:ext cx="9900720" cy="83916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s-MX" sz="2000" b="0" strike="noStrike" spc="-1" dirty="0" err="1">
                <a:solidFill>
                  <a:srgbClr val="000000"/>
                </a:solidFill>
                <a:latin typeface="Segoe UI"/>
              </a:rPr>
              <a:t>Joining</a:t>
            </a:r>
            <a:r>
              <a:rPr lang="es-MX" sz="2000" b="0" strike="noStrike" spc="-1" dirty="0">
                <a:solidFill>
                  <a:srgbClr val="000000"/>
                </a:solidFill>
                <a:latin typeface="Segoe UI"/>
              </a:rPr>
              <a:t> Tables </a:t>
            </a:r>
            <a:r>
              <a:rPr lang="en-US" sz="2000" b="0" strike="noStrike" spc="-1" dirty="0">
                <a:solidFill>
                  <a:srgbClr val="000000"/>
                </a:solidFill>
                <a:latin typeface="Verdana"/>
              </a:rPr>
              <a:t>is used to combine rows from two or more tables, based on a related column between them.</a:t>
            </a:r>
            <a:endParaRPr lang="es-MX" sz="2000" b="0" strike="noStrike" spc="-1" dirty="0">
              <a:solidFill>
                <a:schemeClr val="dk1"/>
              </a:solidFill>
              <a:latin typeface="Calibri"/>
            </a:endParaRPr>
          </a:p>
          <a:p>
            <a:pPr indent="0" defTabSz="914400">
              <a:lnSpc>
                <a:spcPct val="90000"/>
              </a:lnSpc>
              <a:spcBef>
                <a:spcPts val="1001"/>
              </a:spcBef>
              <a:buNone/>
              <a:tabLst>
                <a:tab pos="0" algn="l"/>
              </a:tabLst>
            </a:pPr>
            <a:endParaRPr lang="es-MX" sz="2000" b="0" strike="noStrike" spc="-1" dirty="0">
              <a:solidFill>
                <a:schemeClr val="dk1"/>
              </a:solidFill>
              <a:latin typeface="Calibri"/>
            </a:endParaRPr>
          </a:p>
          <a:p>
            <a:pPr indent="0" defTabSz="914400">
              <a:lnSpc>
                <a:spcPct val="90000"/>
              </a:lnSpc>
              <a:spcBef>
                <a:spcPts val="1001"/>
              </a:spcBef>
              <a:buNone/>
              <a:tabLst>
                <a:tab pos="0" algn="l"/>
              </a:tabLst>
            </a:pPr>
            <a:endParaRPr lang="es-MX" sz="2000" b="0" strike="noStrike" spc="-1" dirty="0">
              <a:solidFill>
                <a:schemeClr val="dk1"/>
              </a:solidFill>
              <a:latin typeface="Calibri"/>
            </a:endParaRPr>
          </a:p>
        </p:txBody>
      </p:sp>
      <p:pic>
        <p:nvPicPr>
          <p:cNvPr id="87" name="Imagen 3"/>
          <p:cNvPicPr/>
          <p:nvPr/>
        </p:nvPicPr>
        <p:blipFill>
          <a:blip r:embed="rId2"/>
          <a:stretch/>
        </p:blipFill>
        <p:spPr>
          <a:xfrm>
            <a:off x="198477" y="1400040"/>
            <a:ext cx="11554252" cy="489708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p:nvPr>
        </p:nvSpPr>
        <p:spPr>
          <a:xfrm>
            <a:off x="824400" y="689400"/>
            <a:ext cx="10528920" cy="54871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MX" sz="2800" b="0" strike="noStrike" spc="-1">
                <a:solidFill>
                  <a:srgbClr val="000000"/>
                </a:solidFill>
                <a:latin typeface="Segoe UI"/>
              </a:rPr>
              <a:t>INNER JOIN Keyword </a:t>
            </a:r>
            <a:r>
              <a:rPr lang="en-US" sz="2800" b="0" strike="noStrike" spc="-1">
                <a:solidFill>
                  <a:srgbClr val="000000"/>
                </a:solidFill>
                <a:latin typeface="Verdana"/>
              </a:rPr>
              <a:t>selects records that have matching values in both tables.</a:t>
            </a:r>
            <a:endParaRPr lang="es-MX" sz="2800" b="0" strike="noStrike" spc="-1">
              <a:solidFill>
                <a:schemeClr val="dk1"/>
              </a:solidFill>
              <a:latin typeface="Calibri"/>
            </a:endParaRPr>
          </a:p>
          <a:p>
            <a:pPr indent="0" defTabSz="914400">
              <a:lnSpc>
                <a:spcPct val="90000"/>
              </a:lnSpc>
              <a:spcBef>
                <a:spcPts val="1001"/>
              </a:spcBef>
              <a:buNone/>
            </a:pPr>
            <a:endParaRPr lang="es-MX" sz="2800" b="0" strike="noStrike" spc="-1">
              <a:solidFill>
                <a:schemeClr val="dk1"/>
              </a:solidFill>
              <a:latin typeface="Calibri"/>
            </a:endParaRPr>
          </a:p>
          <a:p>
            <a:pPr indent="0" defTabSz="914400">
              <a:lnSpc>
                <a:spcPct val="90000"/>
              </a:lnSpc>
              <a:spcBef>
                <a:spcPts val="1001"/>
              </a:spcBef>
              <a:buNone/>
              <a:tabLst>
                <a:tab pos="0" algn="l"/>
              </a:tabLst>
            </a:pPr>
            <a:r>
              <a:rPr lang="en-US" sz="2000" b="0" strike="noStrike" spc="-1">
                <a:solidFill>
                  <a:srgbClr val="0000CD"/>
                </a:solidFill>
                <a:latin typeface="Consolas"/>
              </a:rPr>
              <a:t>SELECT</a:t>
            </a:r>
            <a:r>
              <a:rPr lang="en-US" sz="2000" b="0" strike="noStrike" spc="-1">
                <a:solidFill>
                  <a:srgbClr val="000000"/>
                </a:solidFill>
                <a:latin typeface="Consolas"/>
              </a:rPr>
              <a:t> Orders.OrderID, Customers.CustomerName</a:t>
            </a:r>
            <a:br>
              <a:rPr sz="2000"/>
            </a:br>
            <a:r>
              <a:rPr lang="en-US" sz="2000" b="0" strike="noStrike" spc="-1">
                <a:solidFill>
                  <a:srgbClr val="0000CD"/>
                </a:solidFill>
                <a:latin typeface="Consolas"/>
              </a:rPr>
              <a:t>FROM</a:t>
            </a:r>
            <a:r>
              <a:rPr lang="en-US" sz="2000" b="0" strike="noStrike" spc="-1">
                <a:solidFill>
                  <a:srgbClr val="000000"/>
                </a:solidFill>
                <a:latin typeface="Consolas"/>
              </a:rPr>
              <a:t> Orders</a:t>
            </a:r>
            <a:br>
              <a:rPr sz="2000"/>
            </a:br>
            <a:r>
              <a:rPr lang="en-US" sz="2000" b="0" strike="noStrike" spc="-1">
                <a:solidFill>
                  <a:srgbClr val="0000CD"/>
                </a:solidFill>
                <a:latin typeface="Consolas"/>
              </a:rPr>
              <a:t>INNER</a:t>
            </a:r>
            <a:r>
              <a:rPr lang="en-US" sz="2000" b="0" strike="noStrike" spc="-1">
                <a:solidFill>
                  <a:srgbClr val="000000"/>
                </a:solidFill>
                <a:latin typeface="Consolas"/>
              </a:rPr>
              <a:t> </a:t>
            </a:r>
            <a:r>
              <a:rPr lang="en-US" sz="2000" b="0" strike="noStrike" spc="-1">
                <a:solidFill>
                  <a:srgbClr val="0000CD"/>
                </a:solidFill>
                <a:latin typeface="Consolas"/>
              </a:rPr>
              <a:t>JOIN</a:t>
            </a:r>
            <a:r>
              <a:rPr lang="en-US" sz="2000" b="0" strike="noStrike" spc="-1">
                <a:solidFill>
                  <a:srgbClr val="000000"/>
                </a:solidFill>
                <a:latin typeface="Consolas"/>
              </a:rPr>
              <a:t> Customers </a:t>
            </a:r>
            <a:r>
              <a:rPr lang="en-US" sz="2000" b="0" strike="noStrike" spc="-1">
                <a:solidFill>
                  <a:srgbClr val="0000CD"/>
                </a:solidFill>
                <a:latin typeface="Consolas"/>
              </a:rPr>
              <a:t>ON</a:t>
            </a:r>
            <a:r>
              <a:rPr lang="en-US" sz="2000" b="0" strike="noStrike" spc="-1">
                <a:solidFill>
                  <a:srgbClr val="000000"/>
                </a:solidFill>
                <a:latin typeface="Consolas"/>
              </a:rPr>
              <a:t> Orders.CustomerID = Customers.CustomerID;</a:t>
            </a:r>
            <a:endParaRPr lang="es-MX" sz="2000" b="0" strike="noStrike" spc="-1">
              <a:solidFill>
                <a:schemeClr val="dk1"/>
              </a:solidFill>
              <a:latin typeface="Calibri"/>
            </a:endParaRPr>
          </a:p>
        </p:txBody>
      </p:sp>
      <p:pic>
        <p:nvPicPr>
          <p:cNvPr id="89" name="Imagen 1"/>
          <p:cNvPicPr/>
          <p:nvPr/>
        </p:nvPicPr>
        <p:blipFill>
          <a:blip r:embed="rId2"/>
          <a:stretch/>
        </p:blipFill>
        <p:spPr>
          <a:xfrm>
            <a:off x="3524400" y="3695040"/>
            <a:ext cx="3195720" cy="231660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p:nvPr>
        </p:nvSpPr>
        <p:spPr>
          <a:xfrm>
            <a:off x="824400" y="689400"/>
            <a:ext cx="10528920" cy="54871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MX" sz="2800" b="0" strike="noStrike" spc="-1">
                <a:solidFill>
                  <a:srgbClr val="000000"/>
                </a:solidFill>
                <a:latin typeface="Segoe UI"/>
              </a:rPr>
              <a:t>LEFT JOIN Keyword </a:t>
            </a:r>
            <a:r>
              <a:rPr lang="en-US" sz="2800" b="0" strike="noStrike" spc="-1">
                <a:solidFill>
                  <a:srgbClr val="000000"/>
                </a:solidFill>
                <a:latin typeface="Verdana"/>
              </a:rPr>
              <a:t>: returns all records from the left table (table1), and the matching records (if any) from the right table (table2).</a:t>
            </a:r>
            <a:endParaRPr lang="es-MX" sz="2800" b="0" strike="noStrike" spc="-1">
              <a:solidFill>
                <a:schemeClr val="dk1"/>
              </a:solidFill>
              <a:latin typeface="Calibri"/>
            </a:endParaRPr>
          </a:p>
          <a:p>
            <a:pPr indent="0" defTabSz="914400">
              <a:lnSpc>
                <a:spcPct val="90000"/>
              </a:lnSpc>
              <a:spcBef>
                <a:spcPts val="1001"/>
              </a:spcBef>
              <a:buNone/>
            </a:pPr>
            <a:endParaRPr lang="es-MX" sz="2800" b="0" strike="noStrike" spc="-1">
              <a:solidFill>
                <a:schemeClr val="dk1"/>
              </a:solidFill>
              <a:latin typeface="Calibri"/>
            </a:endParaRPr>
          </a:p>
          <a:p>
            <a:pPr indent="0" defTabSz="914400">
              <a:lnSpc>
                <a:spcPct val="90000"/>
              </a:lnSpc>
              <a:spcBef>
                <a:spcPts val="1001"/>
              </a:spcBef>
              <a:buNone/>
              <a:tabLst>
                <a:tab pos="0" algn="l"/>
              </a:tabLst>
            </a:pPr>
            <a:r>
              <a:rPr lang="en-US" sz="1800" b="0" strike="noStrike" spc="-1">
                <a:solidFill>
                  <a:srgbClr val="0000CD"/>
                </a:solidFill>
                <a:latin typeface="Consolas"/>
              </a:rPr>
              <a:t>SELECT</a:t>
            </a:r>
            <a:r>
              <a:rPr lang="en-US" sz="1800" b="0" strike="noStrike" spc="-1">
                <a:solidFill>
                  <a:srgbClr val="000000"/>
                </a:solidFill>
                <a:latin typeface="Consolas"/>
              </a:rPr>
              <a:t> Orders.OrderID, Employees.LastName, Employees.FirstName</a:t>
            </a:r>
            <a:br>
              <a:rPr sz="1800"/>
            </a:br>
            <a:r>
              <a:rPr lang="en-US" sz="1800" b="0" strike="noStrike" spc="-1">
                <a:solidFill>
                  <a:srgbClr val="0000CD"/>
                </a:solidFill>
                <a:latin typeface="Consolas"/>
              </a:rPr>
              <a:t>FROM</a:t>
            </a:r>
            <a:r>
              <a:rPr lang="en-US" sz="1800" b="0" strike="noStrike" spc="-1">
                <a:solidFill>
                  <a:srgbClr val="000000"/>
                </a:solidFill>
                <a:latin typeface="Consolas"/>
              </a:rPr>
              <a:t> Orders</a:t>
            </a:r>
            <a:br>
              <a:rPr sz="1800"/>
            </a:br>
            <a:r>
              <a:rPr lang="en-US" sz="1800" b="0" strike="noStrike" spc="-1">
                <a:solidFill>
                  <a:srgbClr val="0000CD"/>
                </a:solidFill>
                <a:latin typeface="Consolas"/>
              </a:rPr>
              <a:t>RIGHT</a:t>
            </a:r>
            <a:r>
              <a:rPr lang="en-US" sz="1800" b="0" strike="noStrike" spc="-1">
                <a:solidFill>
                  <a:srgbClr val="000000"/>
                </a:solidFill>
                <a:latin typeface="Consolas"/>
              </a:rPr>
              <a:t> </a:t>
            </a:r>
            <a:r>
              <a:rPr lang="en-US" sz="1800" b="0" strike="noStrike" spc="-1">
                <a:solidFill>
                  <a:srgbClr val="0000CD"/>
                </a:solidFill>
                <a:latin typeface="Consolas"/>
              </a:rPr>
              <a:t>JOIN</a:t>
            </a:r>
            <a:r>
              <a:rPr lang="en-US" sz="1800" b="0" strike="noStrike" spc="-1">
                <a:solidFill>
                  <a:srgbClr val="000000"/>
                </a:solidFill>
                <a:latin typeface="Consolas"/>
              </a:rPr>
              <a:t> Employees </a:t>
            </a:r>
            <a:r>
              <a:rPr lang="en-US" sz="1800" b="0" strike="noStrike" spc="-1">
                <a:solidFill>
                  <a:srgbClr val="0000CD"/>
                </a:solidFill>
                <a:latin typeface="Consolas"/>
              </a:rPr>
              <a:t>ON</a:t>
            </a:r>
            <a:r>
              <a:rPr lang="en-US" sz="1800" b="0" strike="noStrike" spc="-1">
                <a:solidFill>
                  <a:srgbClr val="000000"/>
                </a:solidFill>
                <a:latin typeface="Consolas"/>
              </a:rPr>
              <a:t> Orders.EmployeeID = Employees.EmployeeID</a:t>
            </a:r>
            <a:br>
              <a:rPr sz="1800"/>
            </a:br>
            <a:r>
              <a:rPr lang="en-US" sz="1800" b="0" strike="noStrike" spc="-1">
                <a:solidFill>
                  <a:srgbClr val="0000CD"/>
                </a:solidFill>
                <a:latin typeface="Consolas"/>
              </a:rPr>
              <a:t>ORDER</a:t>
            </a:r>
            <a:r>
              <a:rPr lang="en-US" sz="1800" b="0" strike="noStrike" spc="-1">
                <a:solidFill>
                  <a:srgbClr val="000000"/>
                </a:solidFill>
                <a:latin typeface="Consolas"/>
              </a:rPr>
              <a:t> </a:t>
            </a:r>
            <a:r>
              <a:rPr lang="en-US" sz="1800" b="0" strike="noStrike" spc="-1">
                <a:solidFill>
                  <a:srgbClr val="0000CD"/>
                </a:solidFill>
                <a:latin typeface="Consolas"/>
              </a:rPr>
              <a:t>BY</a:t>
            </a:r>
            <a:r>
              <a:rPr lang="en-US" sz="1800" b="0" strike="noStrike" spc="-1">
                <a:solidFill>
                  <a:srgbClr val="000000"/>
                </a:solidFill>
                <a:latin typeface="Consolas"/>
              </a:rPr>
              <a:t> Orders.OrderID;</a:t>
            </a:r>
            <a:endParaRPr lang="es-MX" sz="1800" b="0" strike="noStrike" spc="-1">
              <a:solidFill>
                <a:schemeClr val="dk1"/>
              </a:solidFill>
              <a:latin typeface="Calibri"/>
            </a:endParaRPr>
          </a:p>
        </p:txBody>
      </p:sp>
      <p:pic>
        <p:nvPicPr>
          <p:cNvPr id="91" name="Picture 2" descr="MySQL LEFT JOIN"/>
          <p:cNvPicPr/>
          <p:nvPr/>
        </p:nvPicPr>
        <p:blipFill>
          <a:blip r:embed="rId2"/>
          <a:stretch/>
        </p:blipFill>
        <p:spPr>
          <a:xfrm>
            <a:off x="7332120" y="3605040"/>
            <a:ext cx="3535560" cy="2563200"/>
          </a:xfrm>
          <a:prstGeom prst="rect">
            <a:avLst/>
          </a:prstGeom>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p:nvPr>
        </p:nvSpPr>
        <p:spPr>
          <a:xfrm>
            <a:off x="824400" y="689400"/>
            <a:ext cx="10528920" cy="54871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MX" sz="2800" b="0" strike="noStrike" spc="-1">
                <a:solidFill>
                  <a:srgbClr val="000000"/>
                </a:solidFill>
                <a:latin typeface="Segoe UI"/>
              </a:rPr>
              <a:t>RIGHT JOIN Keyword </a:t>
            </a:r>
            <a:r>
              <a:rPr lang="en-US" sz="2800" b="0" strike="noStrike" spc="-1">
                <a:solidFill>
                  <a:srgbClr val="000000"/>
                </a:solidFill>
                <a:latin typeface="Verdana"/>
              </a:rPr>
              <a:t>: returns all records from the right table (table2), and the matching records (if any) from the left table (table1).</a:t>
            </a:r>
            <a:endParaRPr lang="es-MX" sz="2800" b="0" strike="noStrike" spc="-1">
              <a:solidFill>
                <a:schemeClr val="dk1"/>
              </a:solidFill>
              <a:latin typeface="Calibri"/>
            </a:endParaRPr>
          </a:p>
          <a:p>
            <a:pPr indent="0" defTabSz="914400">
              <a:lnSpc>
                <a:spcPct val="90000"/>
              </a:lnSpc>
              <a:spcBef>
                <a:spcPts val="1001"/>
              </a:spcBef>
              <a:buNone/>
            </a:pPr>
            <a:endParaRPr lang="es-MX" sz="2800" b="0" strike="noStrike" spc="-1">
              <a:solidFill>
                <a:schemeClr val="dk1"/>
              </a:solidFill>
              <a:latin typeface="Calibri"/>
            </a:endParaRPr>
          </a:p>
          <a:p>
            <a:pPr indent="0" defTabSz="914400">
              <a:lnSpc>
                <a:spcPct val="90000"/>
              </a:lnSpc>
              <a:spcBef>
                <a:spcPts val="1001"/>
              </a:spcBef>
              <a:buNone/>
              <a:tabLst>
                <a:tab pos="0" algn="l"/>
              </a:tabLst>
            </a:pPr>
            <a:r>
              <a:rPr lang="en-US" sz="1600" b="0" strike="noStrike" spc="-1">
                <a:solidFill>
                  <a:srgbClr val="0070C0"/>
                </a:solidFill>
                <a:latin typeface="Consolas"/>
              </a:rPr>
              <a:t>SELECT</a:t>
            </a:r>
            <a:r>
              <a:rPr lang="en-US" sz="1600" b="0" strike="noStrike" spc="-1">
                <a:solidFill>
                  <a:schemeClr val="dk1"/>
                </a:solidFill>
                <a:latin typeface="Consolas"/>
              </a:rPr>
              <a:t> Customers.CustomerName, Orders.OrderID</a:t>
            </a:r>
            <a:endParaRPr lang="es-MX" sz="1600" b="0" strike="noStrike" spc="-1">
              <a:solidFill>
                <a:schemeClr val="dk1"/>
              </a:solidFill>
              <a:latin typeface="Calibri"/>
            </a:endParaRPr>
          </a:p>
          <a:p>
            <a:pPr indent="0" defTabSz="914400">
              <a:lnSpc>
                <a:spcPct val="90000"/>
              </a:lnSpc>
              <a:spcBef>
                <a:spcPts val="1001"/>
              </a:spcBef>
              <a:buNone/>
              <a:tabLst>
                <a:tab pos="0" algn="l"/>
              </a:tabLst>
            </a:pPr>
            <a:r>
              <a:rPr lang="en-US" sz="1600" b="0" strike="noStrike" spc="-1">
                <a:solidFill>
                  <a:srgbClr val="0070C0"/>
                </a:solidFill>
                <a:latin typeface="Consolas"/>
              </a:rPr>
              <a:t>FROM</a:t>
            </a:r>
            <a:r>
              <a:rPr lang="en-US" sz="1600" b="0" strike="noStrike" spc="-1">
                <a:solidFill>
                  <a:schemeClr val="dk1"/>
                </a:solidFill>
                <a:latin typeface="Consolas"/>
              </a:rPr>
              <a:t> Customers</a:t>
            </a:r>
            <a:endParaRPr lang="es-MX" sz="1600" b="0" strike="noStrike" spc="-1">
              <a:solidFill>
                <a:schemeClr val="dk1"/>
              </a:solidFill>
              <a:latin typeface="Calibri"/>
            </a:endParaRPr>
          </a:p>
          <a:p>
            <a:pPr indent="0" defTabSz="914400">
              <a:lnSpc>
                <a:spcPct val="90000"/>
              </a:lnSpc>
              <a:spcBef>
                <a:spcPts val="1001"/>
              </a:spcBef>
              <a:buNone/>
              <a:tabLst>
                <a:tab pos="0" algn="l"/>
              </a:tabLst>
            </a:pPr>
            <a:r>
              <a:rPr lang="en-US" sz="1600" b="0" strike="noStrike" spc="-1">
                <a:solidFill>
                  <a:srgbClr val="0070C0"/>
                </a:solidFill>
                <a:latin typeface="Consolas"/>
              </a:rPr>
              <a:t>LEFT</a:t>
            </a:r>
            <a:r>
              <a:rPr lang="en-US" sz="1600" b="0" strike="noStrike" spc="-1">
                <a:solidFill>
                  <a:schemeClr val="dk1"/>
                </a:solidFill>
                <a:latin typeface="Consolas"/>
              </a:rPr>
              <a:t> </a:t>
            </a:r>
            <a:r>
              <a:rPr lang="en-US" sz="1600" b="0" strike="noStrike" spc="-1">
                <a:solidFill>
                  <a:srgbClr val="0070C0"/>
                </a:solidFill>
                <a:latin typeface="Consolas"/>
              </a:rPr>
              <a:t>JOIN</a:t>
            </a:r>
            <a:r>
              <a:rPr lang="en-US" sz="1600" b="0" strike="noStrike" spc="-1">
                <a:solidFill>
                  <a:schemeClr val="dk1"/>
                </a:solidFill>
                <a:latin typeface="Consolas"/>
              </a:rPr>
              <a:t> Orders</a:t>
            </a:r>
            <a:endParaRPr lang="es-MX" sz="1600" b="0" strike="noStrike" spc="-1">
              <a:solidFill>
                <a:schemeClr val="dk1"/>
              </a:solidFill>
              <a:latin typeface="Calibri"/>
            </a:endParaRPr>
          </a:p>
          <a:p>
            <a:pPr indent="0" defTabSz="914400">
              <a:lnSpc>
                <a:spcPct val="90000"/>
              </a:lnSpc>
              <a:spcBef>
                <a:spcPts val="1001"/>
              </a:spcBef>
              <a:buNone/>
              <a:tabLst>
                <a:tab pos="0" algn="l"/>
              </a:tabLst>
            </a:pPr>
            <a:r>
              <a:rPr lang="en-US" sz="1600" b="0" strike="noStrike" spc="-1">
                <a:solidFill>
                  <a:srgbClr val="0070C0"/>
                </a:solidFill>
                <a:latin typeface="Consolas"/>
              </a:rPr>
              <a:t>ON</a:t>
            </a:r>
            <a:r>
              <a:rPr lang="en-US" sz="1600" b="0" strike="noStrike" spc="-1">
                <a:solidFill>
                  <a:schemeClr val="dk1"/>
                </a:solidFill>
                <a:latin typeface="Consolas"/>
              </a:rPr>
              <a:t> Customers.CustomerID=Orders.CustomerID</a:t>
            </a:r>
            <a:endParaRPr lang="es-MX" sz="1600" b="0" strike="noStrike" spc="-1">
              <a:solidFill>
                <a:schemeClr val="dk1"/>
              </a:solidFill>
              <a:latin typeface="Calibri"/>
            </a:endParaRPr>
          </a:p>
          <a:p>
            <a:pPr indent="0" defTabSz="914400">
              <a:lnSpc>
                <a:spcPct val="90000"/>
              </a:lnSpc>
              <a:spcBef>
                <a:spcPts val="1001"/>
              </a:spcBef>
              <a:buNone/>
              <a:tabLst>
                <a:tab pos="0" algn="l"/>
              </a:tabLst>
            </a:pPr>
            <a:r>
              <a:rPr lang="en-US" sz="1600" b="0" strike="noStrike" spc="-1">
                <a:solidFill>
                  <a:srgbClr val="0070C0"/>
                </a:solidFill>
                <a:latin typeface="Consolas"/>
              </a:rPr>
              <a:t>ORDER</a:t>
            </a:r>
            <a:r>
              <a:rPr lang="en-US" sz="1600" b="0" strike="noStrike" spc="-1">
                <a:solidFill>
                  <a:schemeClr val="dk1"/>
                </a:solidFill>
                <a:latin typeface="Consolas"/>
              </a:rPr>
              <a:t> </a:t>
            </a:r>
            <a:r>
              <a:rPr lang="en-US" sz="1600" b="0" strike="noStrike" spc="-1">
                <a:solidFill>
                  <a:srgbClr val="0070C0"/>
                </a:solidFill>
                <a:latin typeface="Consolas"/>
              </a:rPr>
              <a:t>BY</a:t>
            </a:r>
            <a:r>
              <a:rPr lang="en-US" sz="1600" b="0" strike="noStrike" spc="-1">
                <a:solidFill>
                  <a:schemeClr val="dk1"/>
                </a:solidFill>
                <a:latin typeface="Consolas"/>
              </a:rPr>
              <a:t> Customers.CustomerName;</a:t>
            </a:r>
            <a:endParaRPr lang="es-MX" sz="1600" b="0" strike="noStrike" spc="-1">
              <a:solidFill>
                <a:schemeClr val="dk1"/>
              </a:solidFill>
              <a:latin typeface="Calibri"/>
            </a:endParaRPr>
          </a:p>
        </p:txBody>
      </p:sp>
      <p:pic>
        <p:nvPicPr>
          <p:cNvPr id="93" name="Picture 2" descr="MySQL RIGHT JOIN"/>
          <p:cNvPicPr/>
          <p:nvPr/>
        </p:nvPicPr>
        <p:blipFill>
          <a:blip r:embed="rId2"/>
          <a:stretch/>
        </p:blipFill>
        <p:spPr>
          <a:xfrm>
            <a:off x="6372720" y="3246120"/>
            <a:ext cx="3685320" cy="267192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p:nvPr>
        </p:nvSpPr>
        <p:spPr>
          <a:xfrm>
            <a:off x="824400" y="689400"/>
            <a:ext cx="10528920" cy="54871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MX" sz="2800" b="0" strike="noStrike" spc="-1">
                <a:solidFill>
                  <a:srgbClr val="000000"/>
                </a:solidFill>
                <a:latin typeface="Segoe UI"/>
              </a:rPr>
              <a:t>CROSS JOIN Keyword</a:t>
            </a:r>
            <a:r>
              <a:rPr lang="en-US" sz="2800" b="0" strike="noStrike" spc="-1">
                <a:solidFill>
                  <a:srgbClr val="000000"/>
                </a:solidFill>
                <a:latin typeface="Verdana"/>
              </a:rPr>
              <a:t>: eturns all records from both tables (table1 and table2).</a:t>
            </a:r>
            <a:endParaRPr lang="es-MX" sz="2800" b="0" strike="noStrike" spc="-1">
              <a:solidFill>
                <a:schemeClr val="dk1"/>
              </a:solidFill>
              <a:latin typeface="Calibri"/>
            </a:endParaRPr>
          </a:p>
          <a:p>
            <a:pPr indent="0" defTabSz="914400">
              <a:lnSpc>
                <a:spcPct val="90000"/>
              </a:lnSpc>
              <a:spcBef>
                <a:spcPts val="1001"/>
              </a:spcBef>
              <a:buNone/>
            </a:pPr>
            <a:endParaRPr lang="es-MX" sz="2800" b="0" strike="noStrike" spc="-1">
              <a:solidFill>
                <a:schemeClr val="dk1"/>
              </a:solidFill>
              <a:latin typeface="Calibri"/>
            </a:endParaRPr>
          </a:p>
          <a:p>
            <a:pPr indent="0" defTabSz="914400">
              <a:lnSpc>
                <a:spcPct val="90000"/>
              </a:lnSpc>
              <a:spcBef>
                <a:spcPts val="1001"/>
              </a:spcBef>
              <a:buNone/>
              <a:tabLst>
                <a:tab pos="0" algn="l"/>
              </a:tabLst>
            </a:pPr>
            <a:r>
              <a:rPr lang="en-US" sz="2400" b="0" strike="noStrike" spc="-1">
                <a:solidFill>
                  <a:srgbClr val="0000CD"/>
                </a:solidFill>
                <a:latin typeface="Consolas"/>
              </a:rPr>
              <a:t>SELECT</a:t>
            </a:r>
            <a:r>
              <a:rPr lang="en-US" sz="2400" b="0" strike="noStrike" spc="-1">
                <a:solidFill>
                  <a:srgbClr val="000000"/>
                </a:solidFill>
                <a:latin typeface="Consolas"/>
              </a:rPr>
              <a:t> Customers.CustomerName, Orders.OrderID</a:t>
            </a:r>
            <a:br>
              <a:rPr sz="2400"/>
            </a:br>
            <a:r>
              <a:rPr lang="en-US" sz="2400" b="0" strike="noStrike" spc="-1">
                <a:solidFill>
                  <a:srgbClr val="0000CD"/>
                </a:solidFill>
                <a:latin typeface="Consolas"/>
              </a:rPr>
              <a:t>FROM</a:t>
            </a:r>
            <a:r>
              <a:rPr lang="en-US" sz="2400" b="0" strike="noStrike" spc="-1">
                <a:solidFill>
                  <a:srgbClr val="000000"/>
                </a:solidFill>
                <a:latin typeface="Consolas"/>
              </a:rPr>
              <a:t> Customers</a:t>
            </a:r>
            <a:br>
              <a:rPr sz="2400"/>
            </a:br>
            <a:r>
              <a:rPr lang="en-US" sz="2400" b="0" strike="noStrike" spc="-1">
                <a:solidFill>
                  <a:srgbClr val="0000CD"/>
                </a:solidFill>
                <a:latin typeface="Consolas"/>
              </a:rPr>
              <a:t>CROSS</a:t>
            </a:r>
            <a:r>
              <a:rPr lang="en-US" sz="2400" b="0" strike="noStrike" spc="-1">
                <a:solidFill>
                  <a:srgbClr val="000000"/>
                </a:solidFill>
                <a:latin typeface="Consolas"/>
              </a:rPr>
              <a:t> </a:t>
            </a:r>
            <a:r>
              <a:rPr lang="en-US" sz="2400" b="0" strike="noStrike" spc="-1">
                <a:solidFill>
                  <a:srgbClr val="0000CD"/>
                </a:solidFill>
                <a:latin typeface="Consolas"/>
              </a:rPr>
              <a:t>JOIN</a:t>
            </a:r>
            <a:r>
              <a:rPr lang="en-US" sz="2400" b="0" strike="noStrike" spc="-1">
                <a:solidFill>
                  <a:srgbClr val="000000"/>
                </a:solidFill>
                <a:latin typeface="Consolas"/>
              </a:rPr>
              <a:t> Orders;</a:t>
            </a:r>
            <a:endParaRPr lang="es-MX" sz="2400" b="0" strike="noStrike" spc="-1">
              <a:solidFill>
                <a:schemeClr val="dk1"/>
              </a:solidFill>
              <a:latin typeface="Calibri"/>
            </a:endParaRPr>
          </a:p>
        </p:txBody>
      </p:sp>
      <p:pic>
        <p:nvPicPr>
          <p:cNvPr id="95" name="Picture 2" descr="MySQL RIGHT JOIN"/>
          <p:cNvPicPr/>
          <p:nvPr/>
        </p:nvPicPr>
        <p:blipFill>
          <a:blip r:embed="rId2"/>
          <a:stretch/>
        </p:blipFill>
        <p:spPr>
          <a:xfrm>
            <a:off x="6372720" y="3246120"/>
            <a:ext cx="3685320" cy="267192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p:nvPr>
        </p:nvSpPr>
        <p:spPr>
          <a:xfrm>
            <a:off x="824400" y="689400"/>
            <a:ext cx="10528920" cy="5487120"/>
          </a:xfrm>
          <a:prstGeom prst="rect">
            <a:avLst/>
          </a:prstGeom>
          <a:noFill/>
          <a:ln w="0">
            <a:noFill/>
          </a:ln>
        </p:spPr>
        <p:txBody>
          <a:bodyPr lIns="91440" tIns="45720" rIns="91440" bIns="45720" anchor="t">
            <a:normAutofit fontScale="96763"/>
          </a:bodyPr>
          <a:lstStyle/>
          <a:p>
            <a:pPr marL="228600" indent="-228600" algn="just" defTabSz="914400">
              <a:lnSpc>
                <a:spcPct val="90000"/>
              </a:lnSpc>
              <a:spcBef>
                <a:spcPts val="1001"/>
              </a:spcBef>
              <a:buClr>
                <a:srgbClr val="000000"/>
              </a:buClr>
              <a:buFont typeface="Arial"/>
              <a:buChar char="•"/>
            </a:pPr>
            <a:r>
              <a:rPr lang="es-MX" sz="2800" b="0" strike="noStrike" spc="-1">
                <a:solidFill>
                  <a:schemeClr val="dk1"/>
                </a:solidFill>
                <a:latin typeface="open sans"/>
              </a:rPr>
              <a:t>Una base de datos SQL es aquella </a:t>
            </a:r>
            <a:r>
              <a:rPr lang="es-MX" sz="2800" b="1" strike="noStrike" spc="-1">
                <a:solidFill>
                  <a:schemeClr val="dk1"/>
                </a:solidFill>
                <a:latin typeface="open sans"/>
              </a:rPr>
              <a:t>base de datos relacional</a:t>
            </a:r>
            <a:r>
              <a:rPr lang="es-MX" sz="2800" b="0" strike="noStrike" spc="-1">
                <a:solidFill>
                  <a:schemeClr val="dk1"/>
                </a:solidFill>
                <a:latin typeface="open sans"/>
              </a:rPr>
              <a:t> que está </a:t>
            </a:r>
            <a:r>
              <a:rPr lang="es-MX" sz="2800" b="1" strike="noStrike" spc="-1">
                <a:solidFill>
                  <a:schemeClr val="dk1"/>
                </a:solidFill>
                <a:latin typeface="open sans"/>
              </a:rPr>
              <a:t>escrita en lenguaje SQL</a:t>
            </a:r>
            <a:r>
              <a:rPr lang="es-MX" sz="2800" b="0" strike="noStrike" spc="-1">
                <a:solidFill>
                  <a:schemeClr val="dk1"/>
                </a:solidFill>
                <a:latin typeface="open sans"/>
              </a:rPr>
              <a:t> (</a:t>
            </a:r>
            <a:r>
              <a:rPr lang="es-MX" sz="2800" b="0" i="1" strike="noStrike" spc="-1">
                <a:solidFill>
                  <a:schemeClr val="dk1"/>
                </a:solidFill>
                <a:latin typeface="open sans"/>
              </a:rPr>
              <a:t>Structured Query Language</a:t>
            </a:r>
            <a:r>
              <a:rPr lang="es-MX" sz="2800" b="0" strike="noStrike" spc="-1">
                <a:solidFill>
                  <a:schemeClr val="dk1"/>
                </a:solidFill>
                <a:latin typeface="open sans"/>
              </a:rPr>
              <a:t> o lenguaje de consulta estructurado), también pronunciado “sequel”. Este lenguaje se considera el </a:t>
            </a:r>
            <a:r>
              <a:rPr lang="es-MX" sz="2800" b="1" strike="noStrike" spc="-1">
                <a:solidFill>
                  <a:schemeClr val="dk1"/>
                </a:solidFill>
                <a:latin typeface="open sans"/>
              </a:rPr>
              <a:t>lenguaje estándar para las bases de datos según el ANSI</a:t>
            </a:r>
            <a:r>
              <a:rPr lang="es-MX" sz="2800" b="0" strike="noStrike" spc="-1">
                <a:solidFill>
                  <a:schemeClr val="dk1"/>
                </a:solidFill>
                <a:latin typeface="open sans"/>
              </a:rPr>
              <a:t> (</a:t>
            </a:r>
            <a:r>
              <a:rPr lang="es-MX" sz="2800" b="0" i="1" strike="noStrike" spc="-1">
                <a:solidFill>
                  <a:schemeClr val="dk1"/>
                </a:solidFill>
                <a:latin typeface="open sans"/>
              </a:rPr>
              <a:t>American National Standards Institute</a:t>
            </a:r>
            <a:r>
              <a:rPr lang="es-MX" sz="2800" b="0" strike="noStrike" spc="-1">
                <a:solidFill>
                  <a:schemeClr val="dk1"/>
                </a:solidFill>
                <a:latin typeface="open sans"/>
              </a:rPr>
              <a:t> o Instituto Nacional Americano de Estándares en español), aunque no es el único que hay.</a:t>
            </a:r>
            <a:endParaRPr lang="es-MX" sz="2800" b="0" strike="noStrike" spc="-1">
              <a:solidFill>
                <a:schemeClr val="dk1"/>
              </a:solidFill>
              <a:latin typeface="Calibri"/>
            </a:endParaRPr>
          </a:p>
          <a:p>
            <a:pPr marL="228600" indent="-228600" algn="just" defTabSz="914400">
              <a:lnSpc>
                <a:spcPct val="90000"/>
              </a:lnSpc>
              <a:spcBef>
                <a:spcPts val="1001"/>
              </a:spcBef>
              <a:buClr>
                <a:srgbClr val="000000"/>
              </a:buClr>
              <a:buFont typeface="Arial"/>
              <a:buChar char="•"/>
            </a:pPr>
            <a:r>
              <a:rPr lang="es-MX" sz="2800" b="0" strike="noStrike" spc="-1">
                <a:solidFill>
                  <a:schemeClr val="dk1"/>
                </a:solidFill>
                <a:latin typeface="open sans"/>
              </a:rPr>
              <a:t>Una vez que se tiene una base de datos, hace falta un </a:t>
            </a:r>
            <a:r>
              <a:rPr lang="es-MX" sz="2800" b="1" strike="noStrike" spc="-1">
                <a:solidFill>
                  <a:schemeClr val="dk1"/>
                </a:solidFill>
                <a:latin typeface="open sans"/>
              </a:rPr>
              <a:t>sistema que sea capaz de crear y proporcionar acceso</a:t>
            </a:r>
            <a:r>
              <a:rPr lang="es-MX" sz="2800" b="0" strike="noStrike" spc="-1">
                <a:solidFill>
                  <a:schemeClr val="dk1"/>
                </a:solidFill>
                <a:latin typeface="open sans"/>
              </a:rPr>
              <a:t> (acceso de distintos niveles) a los datos de la base de datos. Este es el sistema de gestión de base de datos (</a:t>
            </a:r>
            <a:r>
              <a:rPr lang="es-MX" sz="2800" b="1" strike="noStrike" spc="-1">
                <a:solidFill>
                  <a:schemeClr val="dk1"/>
                </a:solidFill>
                <a:latin typeface="open sans"/>
              </a:rPr>
              <a:t>DBMS</a:t>
            </a:r>
            <a:r>
              <a:rPr lang="es-MX" sz="2800" b="0" strike="noStrike" spc="-1">
                <a:solidFill>
                  <a:schemeClr val="dk1"/>
                </a:solidFill>
                <a:latin typeface="open sans"/>
              </a:rPr>
              <a:t>, </a:t>
            </a:r>
            <a:r>
              <a:rPr lang="es-MX" sz="2800" b="0" i="1" strike="noStrike" spc="-1">
                <a:solidFill>
                  <a:schemeClr val="dk1"/>
                </a:solidFill>
                <a:latin typeface="open sans"/>
              </a:rPr>
              <a:t>Data Base Management System</a:t>
            </a:r>
            <a:r>
              <a:rPr lang="es-MX" sz="2800" b="0" strike="noStrike" spc="-1">
                <a:solidFill>
                  <a:schemeClr val="dk1"/>
                </a:solidFill>
                <a:latin typeface="open sans"/>
              </a:rPr>
              <a:t>). Algunos ejemplos de sistemas de bases de datos comunes son: SAP HANA, Microsoft SQL Server y Amazon RDS.</a:t>
            </a:r>
            <a:endParaRPr lang="es-MX" sz="2800" b="0" strike="noStrike" spc="-1">
              <a:solidFill>
                <a:schemeClr val="dk1"/>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p:nvPr>
        </p:nvSpPr>
        <p:spPr>
          <a:xfrm>
            <a:off x="838080" y="699120"/>
            <a:ext cx="10515240" cy="5477400"/>
          </a:xfrm>
          <a:prstGeom prst="rect">
            <a:avLst/>
          </a:prstGeom>
          <a:noFill/>
          <a:ln w="0">
            <a:noFill/>
          </a:ln>
        </p:spPr>
        <p:txBody>
          <a:bodyPr lIns="91440" tIns="45720" rIns="91440" bIns="45720" anchor="t">
            <a:normAutofit fontScale="96763" lnSpcReduction="10000"/>
          </a:bodyPr>
          <a:lstStyle/>
          <a:p>
            <a:pPr marL="228600" indent="-228600" algn="just" defTabSz="914400">
              <a:lnSpc>
                <a:spcPct val="90000"/>
              </a:lnSpc>
              <a:spcBef>
                <a:spcPts val="1001"/>
              </a:spcBef>
              <a:buClr>
                <a:srgbClr val="000000"/>
              </a:buClr>
              <a:buFont typeface="Arial"/>
              <a:buChar char="•"/>
            </a:pPr>
            <a:r>
              <a:rPr lang="es-MX" sz="2800" b="0" strike="noStrike" spc="-1">
                <a:solidFill>
                  <a:schemeClr val="dk1"/>
                </a:solidFill>
                <a:latin typeface="open sans"/>
              </a:rPr>
              <a:t>Para hacer una base de datos se necesitan casi únicamente los </a:t>
            </a:r>
            <a:r>
              <a:rPr lang="es-MX" sz="2800" b="1" strike="noStrike" spc="-1">
                <a:solidFill>
                  <a:schemeClr val="dk1"/>
                </a:solidFill>
                <a:latin typeface="open sans"/>
              </a:rPr>
              <a:t>comandos básicos de SQL</a:t>
            </a:r>
            <a:r>
              <a:rPr lang="es-MX" sz="2800" b="0" strike="noStrike" spc="-1">
                <a:solidFill>
                  <a:schemeClr val="dk1"/>
                </a:solidFill>
                <a:latin typeface="open sans"/>
              </a:rPr>
              <a:t> como: “Seleccionar”, “Insertar”, “Actualizar”, “Eliminar”, “Crear” y “Eliminar”. No obstante, después </a:t>
            </a:r>
            <a:r>
              <a:rPr lang="es-MX" sz="2800" b="1" strike="noStrike" spc="-1">
                <a:solidFill>
                  <a:schemeClr val="dk1"/>
                </a:solidFill>
                <a:latin typeface="open sans"/>
              </a:rPr>
              <a:t>cada DBMS tiene una pequeña variación del SQL</a:t>
            </a:r>
            <a:r>
              <a:rPr lang="es-MX" sz="2800" b="0" strike="noStrike" spc="-1">
                <a:solidFill>
                  <a:schemeClr val="dk1"/>
                </a:solidFill>
                <a:latin typeface="open sans"/>
              </a:rPr>
              <a:t> con la cual puede agregarle funcionalidades, haciendo que el sistema de base de datos sea única. Esta situación se asemeja a la de comparar el SQL al español y, después, el lenguaje de cada DBMS al de las distintas comunidades autónomas.</a:t>
            </a:r>
            <a:endParaRPr lang="es-MX" sz="2800" b="0" strike="noStrike" spc="-1">
              <a:solidFill>
                <a:schemeClr val="dk1"/>
              </a:solidFill>
              <a:latin typeface="Calibri"/>
            </a:endParaRPr>
          </a:p>
          <a:p>
            <a:pPr indent="0" algn="just" defTabSz="914400">
              <a:lnSpc>
                <a:spcPct val="90000"/>
              </a:lnSpc>
              <a:spcBef>
                <a:spcPts val="1001"/>
              </a:spcBef>
              <a:buNone/>
              <a:tabLst>
                <a:tab pos="0" algn="l"/>
              </a:tabLst>
            </a:pPr>
            <a:endParaRPr lang="es-MX" sz="2800" b="0" strike="noStrike" spc="-1">
              <a:solidFill>
                <a:schemeClr val="dk1"/>
              </a:solidFill>
              <a:latin typeface="Calibri"/>
            </a:endParaRPr>
          </a:p>
          <a:p>
            <a:pPr indent="0" algn="just" defTabSz="914400">
              <a:lnSpc>
                <a:spcPct val="90000"/>
              </a:lnSpc>
              <a:spcBef>
                <a:spcPts val="1001"/>
              </a:spcBef>
              <a:buNone/>
              <a:tabLst>
                <a:tab pos="0" algn="l"/>
              </a:tabLst>
            </a:pPr>
            <a:r>
              <a:rPr lang="es-MX" sz="2800" b="1" strike="noStrike" spc="-1">
                <a:solidFill>
                  <a:srgbClr val="2F3C64"/>
                </a:solidFill>
                <a:latin typeface="open sans"/>
              </a:rPr>
              <a:t>¿Qué tipos de comandos hay dentro del SQL?</a:t>
            </a:r>
            <a:endParaRPr lang="es-MX" sz="2800" b="0" strike="noStrike" spc="-1">
              <a:solidFill>
                <a:schemeClr val="dk1"/>
              </a:solidFill>
              <a:latin typeface="Calibri"/>
            </a:endParaRPr>
          </a:p>
          <a:p>
            <a:pPr marL="228600" indent="-228600" algn="just" defTabSz="914400">
              <a:lnSpc>
                <a:spcPct val="90000"/>
              </a:lnSpc>
              <a:spcBef>
                <a:spcPts val="1001"/>
              </a:spcBef>
              <a:buClr>
                <a:srgbClr val="000000"/>
              </a:buClr>
              <a:buFont typeface="Arial"/>
              <a:buChar char="•"/>
              <a:tabLst>
                <a:tab pos="0" algn="l"/>
              </a:tabLst>
            </a:pPr>
            <a:r>
              <a:rPr lang="es-MX" sz="2800" b="0" strike="noStrike" spc="-1">
                <a:solidFill>
                  <a:schemeClr val="dk1"/>
                </a:solidFill>
                <a:latin typeface="open sans"/>
              </a:rPr>
              <a:t>Para comprender lo que puede hacer una base de datos SQL hay que conocer los diferentes tipos de comandos que tiene. Los comandos del lenguaje SQL se dividen según su función en estos </a:t>
            </a:r>
            <a:r>
              <a:rPr lang="es-MX" sz="2800" b="1" strike="noStrike" spc="-1">
                <a:solidFill>
                  <a:schemeClr val="dk1"/>
                </a:solidFill>
                <a:latin typeface="open sans"/>
              </a:rPr>
              <a:t>5 tipos</a:t>
            </a:r>
            <a:r>
              <a:rPr lang="es-MX" sz="2800" b="0" strike="noStrike" spc="-1">
                <a:solidFill>
                  <a:schemeClr val="dk1"/>
                </a:solidFill>
                <a:latin typeface="open sans"/>
              </a:rPr>
              <a:t>:</a:t>
            </a:r>
            <a:endParaRPr lang="es-MX" sz="2800" b="0" strike="noStrike" spc="-1">
              <a:solidFill>
                <a:schemeClr val="dk1"/>
              </a:solidFill>
              <a:latin typeface="Calibri"/>
            </a:endParaRPr>
          </a:p>
          <a:p>
            <a:pPr indent="0" algn="just" defTabSz="914400">
              <a:lnSpc>
                <a:spcPct val="90000"/>
              </a:lnSpc>
              <a:spcBef>
                <a:spcPts val="1001"/>
              </a:spcBef>
              <a:buNone/>
              <a:tabLst>
                <a:tab pos="0" algn="l"/>
              </a:tabLst>
            </a:pPr>
            <a:endParaRPr lang="es-MX" sz="2800" b="0" strike="noStrike" spc="-1">
              <a:solidFill>
                <a:schemeClr val="dk1"/>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p:nvPr>
        </p:nvSpPr>
        <p:spPr>
          <a:xfrm>
            <a:off x="676800" y="672480"/>
            <a:ext cx="10837800" cy="5513040"/>
          </a:xfrm>
          <a:prstGeom prst="rect">
            <a:avLst/>
          </a:prstGeom>
          <a:noFill/>
          <a:ln w="0">
            <a:noFill/>
          </a:ln>
        </p:spPr>
        <p:txBody>
          <a:bodyPr lIns="91440" tIns="45720" rIns="91440" bIns="45720" anchor="t">
            <a:normAutofit fontScale="72842" lnSpcReduction="20000"/>
          </a:bodyPr>
          <a:lstStyle/>
          <a:p>
            <a:pPr marL="228600" indent="-228600" defTabSz="914400">
              <a:lnSpc>
                <a:spcPct val="90000"/>
              </a:lnSpc>
              <a:spcBef>
                <a:spcPts val="1001"/>
              </a:spcBef>
              <a:buClr>
                <a:srgbClr val="000000"/>
              </a:buClr>
              <a:buFont typeface="Arial"/>
              <a:buChar char="•"/>
            </a:pPr>
            <a:r>
              <a:rPr lang="es-MX" sz="2800" b="1" strike="noStrike" spc="-1">
                <a:solidFill>
                  <a:schemeClr val="dk1"/>
                </a:solidFill>
                <a:latin typeface="open sans"/>
              </a:rPr>
              <a:t>DDL</a:t>
            </a:r>
            <a:r>
              <a:rPr lang="es-MX" sz="2800" b="0" strike="noStrike" spc="-1">
                <a:solidFill>
                  <a:schemeClr val="dk1"/>
                </a:solidFill>
                <a:latin typeface="open sans"/>
              </a:rPr>
              <a:t> (</a:t>
            </a:r>
            <a:r>
              <a:rPr lang="es-MX" sz="2800" b="0" i="1" strike="noStrike" spc="-1">
                <a:solidFill>
                  <a:schemeClr val="dk1"/>
                </a:solidFill>
                <a:latin typeface="open sans"/>
              </a:rPr>
              <a:t>Data Definition Language</a:t>
            </a:r>
            <a:r>
              <a:rPr lang="es-MX" sz="2800" b="0" strike="noStrike" spc="-1">
                <a:solidFill>
                  <a:schemeClr val="dk1"/>
                </a:solidFill>
                <a:latin typeface="open sans"/>
              </a:rPr>
              <a:t>): </a:t>
            </a:r>
            <a:r>
              <a:rPr lang="es-MX" sz="2800" b="1" strike="noStrike" spc="-1">
                <a:solidFill>
                  <a:schemeClr val="dk1"/>
                </a:solidFill>
                <a:latin typeface="open sans"/>
              </a:rPr>
              <a:t>definen el esquema</a:t>
            </a:r>
            <a:r>
              <a:rPr lang="es-MX" sz="2800" b="0" strike="noStrike" spc="-1">
                <a:solidFill>
                  <a:schemeClr val="dk1"/>
                </a:solidFill>
                <a:latin typeface="open sans"/>
              </a:rPr>
              <a:t> o estructura de la base de datos. Ejemplos: CREATE (crear); ALTER (alterar); DROP (eliminar objetos); RENAME (renombrar); TRUNCATE (quita todos los registros de una tabla, incluidos los espacios de los registros eliminados); COMMENT (comentar); entre otros.</a:t>
            </a:r>
            <a:endParaRPr lang="es-MX"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s-MX" sz="2800" b="1" strike="noStrike" spc="-1">
                <a:solidFill>
                  <a:schemeClr val="dk1"/>
                </a:solidFill>
                <a:latin typeface="open sans"/>
              </a:rPr>
              <a:t>DQL</a:t>
            </a:r>
            <a:r>
              <a:rPr lang="es-MX" sz="2800" b="0" strike="noStrike" spc="-1">
                <a:solidFill>
                  <a:schemeClr val="dk1"/>
                </a:solidFill>
                <a:latin typeface="open sans"/>
              </a:rPr>
              <a:t> (</a:t>
            </a:r>
            <a:r>
              <a:rPr lang="es-MX" sz="2800" b="0" i="1" strike="noStrike" spc="-1">
                <a:solidFill>
                  <a:schemeClr val="dk1"/>
                </a:solidFill>
                <a:latin typeface="open sans"/>
              </a:rPr>
              <a:t>Data Query Language</a:t>
            </a:r>
            <a:r>
              <a:rPr lang="es-MX" sz="2800" b="0" strike="noStrike" spc="-1">
                <a:solidFill>
                  <a:schemeClr val="dk1"/>
                </a:solidFill>
                <a:latin typeface="open sans"/>
              </a:rPr>
              <a:t>): sirven para hacer </a:t>
            </a:r>
            <a:r>
              <a:rPr lang="es-MX" sz="2800" b="1" strike="noStrike" spc="-1">
                <a:solidFill>
                  <a:schemeClr val="dk1"/>
                </a:solidFill>
                <a:latin typeface="open sans"/>
              </a:rPr>
              <a:t>consultas sobre los datos</a:t>
            </a:r>
            <a:r>
              <a:rPr lang="es-MX" sz="2800" b="0" strike="noStrike" spc="-1">
                <a:solidFill>
                  <a:schemeClr val="dk1"/>
                </a:solidFill>
                <a:latin typeface="open sans"/>
              </a:rPr>
              <a:t> en el esquema de objetos. Un objeto puede ser desde un resultado de búsqueda a una tabla. El propósito del comando es el de establecer una relación, basada en la consulta, dentro de la estructura de la base de datos, como la función de búsqueda. Ejemplo: SELECT (recuperar registros de la base de datos).</a:t>
            </a:r>
            <a:endParaRPr lang="es-MX"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s-MX" sz="2800" b="1" strike="noStrike" spc="-1">
                <a:solidFill>
                  <a:schemeClr val="dk1"/>
                </a:solidFill>
                <a:latin typeface="open sans"/>
              </a:rPr>
              <a:t>DML</a:t>
            </a:r>
            <a:r>
              <a:rPr lang="es-MX" sz="2800" b="0" strike="noStrike" spc="-1">
                <a:solidFill>
                  <a:schemeClr val="dk1"/>
                </a:solidFill>
                <a:latin typeface="open sans"/>
              </a:rPr>
              <a:t> (</a:t>
            </a:r>
            <a:r>
              <a:rPr lang="es-MX" sz="2800" b="0" i="1" strike="noStrike" spc="-1">
                <a:solidFill>
                  <a:schemeClr val="dk1"/>
                </a:solidFill>
                <a:latin typeface="open sans"/>
              </a:rPr>
              <a:t>Data Manipulation Language</a:t>
            </a:r>
            <a:r>
              <a:rPr lang="es-MX" sz="2800" b="0" strike="noStrike" spc="-1">
                <a:solidFill>
                  <a:schemeClr val="dk1"/>
                </a:solidFill>
                <a:latin typeface="open sans"/>
              </a:rPr>
              <a:t>): tratan la </a:t>
            </a:r>
            <a:r>
              <a:rPr lang="es-MX" sz="2800" b="1" strike="noStrike" spc="-1">
                <a:solidFill>
                  <a:schemeClr val="dk1"/>
                </a:solidFill>
                <a:latin typeface="open sans"/>
              </a:rPr>
              <a:t>manipulación de los datos</a:t>
            </a:r>
            <a:r>
              <a:rPr lang="es-MX" sz="2800" b="0" strike="noStrike" spc="-1">
                <a:solidFill>
                  <a:schemeClr val="dk1"/>
                </a:solidFill>
                <a:latin typeface="open sans"/>
              </a:rPr>
              <a:t> presentes en la base de datos. La mayoría de los comandos pertenecen a este tipo. Ejemplo: INSERT (insertar un objeto); DELETE (eliminar registros); UPDATE (actualizar); CALL; MERGE (3 en 1, inserta, elimina y actualiza); LOCK TABLE (bloquear tabla); EXPLAIN PLAN (determina el plan de acceso); …</a:t>
            </a:r>
            <a:endParaRPr lang="es-MX"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s-MX" sz="2800" b="1" strike="noStrike" spc="-1">
                <a:solidFill>
                  <a:schemeClr val="dk1"/>
                </a:solidFill>
                <a:latin typeface="open sans"/>
              </a:rPr>
              <a:t>DCL</a:t>
            </a:r>
            <a:r>
              <a:rPr lang="es-MX" sz="2800" b="0" strike="noStrike" spc="-1">
                <a:solidFill>
                  <a:schemeClr val="dk1"/>
                </a:solidFill>
                <a:latin typeface="open sans"/>
              </a:rPr>
              <a:t> (</a:t>
            </a:r>
            <a:r>
              <a:rPr lang="es-MX" sz="2800" b="0" i="1" strike="noStrike" spc="-1">
                <a:solidFill>
                  <a:schemeClr val="dk1"/>
                </a:solidFill>
                <a:latin typeface="open sans"/>
              </a:rPr>
              <a:t>Data Control Language</a:t>
            </a:r>
            <a:r>
              <a:rPr lang="es-MX" sz="2800" b="0" strike="noStrike" spc="-1">
                <a:solidFill>
                  <a:schemeClr val="dk1"/>
                </a:solidFill>
                <a:latin typeface="open sans"/>
              </a:rPr>
              <a:t>): se encargan de los </a:t>
            </a:r>
            <a:r>
              <a:rPr lang="es-MX" sz="2800" b="1" strike="noStrike" spc="-1">
                <a:solidFill>
                  <a:schemeClr val="dk1"/>
                </a:solidFill>
                <a:latin typeface="open sans"/>
              </a:rPr>
              <a:t>derechos, los permisos y otros controles</a:t>
            </a:r>
            <a:r>
              <a:rPr lang="es-MX" sz="2800" b="0" strike="noStrike" spc="-1">
                <a:solidFill>
                  <a:schemeClr val="dk1"/>
                </a:solidFill>
                <a:latin typeface="open sans"/>
              </a:rPr>
              <a:t> del sistema de la base de datos. Ejemplos: GRANT (proporcionar privilegios acceso a un usuario); REVOKE (revocar el derecho de accceso dado a un usuario); etc.</a:t>
            </a:r>
            <a:endParaRPr lang="es-MX" sz="2800" b="0" strike="noStrike" spc="-1">
              <a:solidFill>
                <a:schemeClr val="dk1"/>
              </a:solidFill>
              <a:latin typeface="Calibri"/>
            </a:endParaRPr>
          </a:p>
          <a:p>
            <a:pPr marL="228600" indent="-228600" defTabSz="914400">
              <a:lnSpc>
                <a:spcPct val="90000"/>
              </a:lnSpc>
              <a:spcBef>
                <a:spcPts val="1001"/>
              </a:spcBef>
              <a:buClr>
                <a:srgbClr val="000000"/>
              </a:buClr>
              <a:buFont typeface="Arial"/>
              <a:buChar char="•"/>
            </a:pPr>
            <a:r>
              <a:rPr lang="es-MX" sz="2800" b="1" strike="noStrike" spc="-1">
                <a:solidFill>
                  <a:schemeClr val="dk1"/>
                </a:solidFill>
                <a:latin typeface="open sans"/>
              </a:rPr>
              <a:t>TCL</a:t>
            </a:r>
            <a:r>
              <a:rPr lang="es-MX" sz="2800" b="0" strike="noStrike" spc="-1">
                <a:solidFill>
                  <a:schemeClr val="dk1"/>
                </a:solidFill>
                <a:latin typeface="open sans"/>
              </a:rPr>
              <a:t> (</a:t>
            </a:r>
            <a:r>
              <a:rPr lang="es-MX" sz="2800" b="0" i="1" strike="noStrike" spc="-1">
                <a:solidFill>
                  <a:schemeClr val="dk1"/>
                </a:solidFill>
                <a:latin typeface="open sans"/>
              </a:rPr>
              <a:t>Transaction Control Language</a:t>
            </a:r>
            <a:r>
              <a:rPr lang="es-MX" sz="2800" b="0" strike="noStrike" spc="-1">
                <a:solidFill>
                  <a:schemeClr val="dk1"/>
                </a:solidFill>
                <a:latin typeface="open sans"/>
              </a:rPr>
              <a:t>): sirve para las transacciones con la base de datos. Es decir, con estos comandos se puede </a:t>
            </a:r>
            <a:r>
              <a:rPr lang="es-MX" sz="2800" b="1" strike="noStrike" spc="-1">
                <a:solidFill>
                  <a:schemeClr val="dk1"/>
                </a:solidFill>
                <a:latin typeface="open sans"/>
              </a:rPr>
              <a:t>llevar un control sobre otros comandos y cómo afectan</a:t>
            </a:r>
            <a:r>
              <a:rPr lang="es-MX" sz="2800" b="0" strike="noStrike" spc="-1">
                <a:solidFill>
                  <a:schemeClr val="dk1"/>
                </a:solidFill>
                <a:latin typeface="open sans"/>
              </a:rPr>
              <a:t> a la base de datos. Ejemplos: COMMIT (llevar a cabo una transacción); ROLLBACK (revertir una transacción en caso de que ocurra algún error); SAVEPOINT (establecer un punto de rescate dentro de una transacción.).</a:t>
            </a:r>
            <a:endParaRPr lang="es-MX" sz="2800" b="0" strike="noStrike" spc="-1">
              <a:solidFill>
                <a:schemeClr val="dk1"/>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2" descr="tipos comandos sql"/>
          <p:cNvPicPr/>
          <p:nvPr/>
        </p:nvPicPr>
        <p:blipFill>
          <a:blip r:embed="rId2"/>
          <a:srcRect t="3630" b="7355"/>
          <a:stretch/>
        </p:blipFill>
        <p:spPr>
          <a:xfrm>
            <a:off x="1449720" y="0"/>
            <a:ext cx="9291960" cy="680076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Picture 2" descr="SQL Cheat Sheet Download PDF it in PDF or PNG Format"/>
          <p:cNvPicPr/>
          <p:nvPr/>
        </p:nvPicPr>
        <p:blipFill>
          <a:blip r:embed="rId2"/>
          <a:srcRect t="2157" b="2741"/>
          <a:stretch>
            <a:fillRect/>
          </a:stretch>
        </p:blipFill>
        <p:spPr>
          <a:xfrm>
            <a:off x="797859" y="0"/>
            <a:ext cx="10596282" cy="685800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que contiene Escala de tiempo&#10;&#10;El contenido generado por IA puede ser incorrecto.">
            <a:extLst>
              <a:ext uri="{FF2B5EF4-FFF2-40B4-BE49-F238E27FC236}">
                <a16:creationId xmlns:a16="http://schemas.microsoft.com/office/drawing/2014/main" id="{BC53A277-7423-76B1-A378-22FC3A2948C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t="1932" b="41546"/>
          <a:stretch>
            <a:fillRect/>
          </a:stretch>
        </p:blipFill>
        <p:spPr>
          <a:xfrm>
            <a:off x="1369358" y="0"/>
            <a:ext cx="9453284" cy="686977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552A-61AB-A398-3171-227DA2483FD5}"/>
            </a:ext>
          </a:extLst>
        </p:cNvPr>
        <p:cNvGrpSpPr/>
        <p:nvPr/>
      </p:nvGrpSpPr>
      <p:grpSpPr>
        <a:xfrm>
          <a:off x="0" y="0"/>
          <a:ext cx="0" cy="0"/>
          <a:chOff x="0" y="0"/>
          <a:chExt cx="0" cy="0"/>
        </a:xfrm>
      </p:grpSpPr>
      <p:pic>
        <p:nvPicPr>
          <p:cNvPr id="3" name="Imagen 2" descr="Imagen que contiene Escala de tiempo&#10;&#10;El contenido generado por IA puede ser incorrecto.">
            <a:extLst>
              <a:ext uri="{FF2B5EF4-FFF2-40B4-BE49-F238E27FC236}">
                <a16:creationId xmlns:a16="http://schemas.microsoft.com/office/drawing/2014/main" id="{3AA7AB78-425D-021A-5EAE-A3BF7DD6C69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5042" t="58627" r="2689" b="2942"/>
          <a:stretch>
            <a:fillRect/>
          </a:stretch>
        </p:blipFill>
        <p:spPr>
          <a:xfrm>
            <a:off x="1124156" y="766483"/>
            <a:ext cx="9943687" cy="5325034"/>
          </a:xfrm>
          <a:prstGeom prst="rect">
            <a:avLst/>
          </a:prstGeom>
        </p:spPr>
      </p:pic>
    </p:spTree>
    <p:extLst>
      <p:ext uri="{BB962C8B-B14F-4D97-AF65-F5344CB8AC3E}">
        <p14:creationId xmlns:p14="http://schemas.microsoft.com/office/powerpoint/2010/main" val="3447271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fontScale="90000"/>
          </a:bodyPr>
          <a:lstStyle/>
          <a:p>
            <a:pPr indent="0" defTabSz="914400">
              <a:lnSpc>
                <a:spcPct val="90000"/>
              </a:lnSpc>
              <a:buNone/>
            </a:pPr>
            <a:r>
              <a:rPr lang="es-MX" sz="4400" b="0" u="sng" strike="noStrike" spc="-1" dirty="0">
                <a:solidFill>
                  <a:schemeClr val="dk1"/>
                </a:solidFill>
                <a:uFillTx/>
                <a:latin typeface="Calibri Light"/>
                <a:hlinkClick r:id="rId2"/>
              </a:rPr>
              <a:t>https://www.ticportal.es/glosario-tic/base-datos-sql</a:t>
            </a:r>
            <a:br>
              <a:rPr sz="4400" dirty="0"/>
            </a:br>
            <a:endParaRPr lang="es-MX" sz="4400" b="0" strike="noStrike" spc="-1" dirty="0">
              <a:solidFill>
                <a:schemeClr val="dk1"/>
              </a:solidFill>
              <a:latin typeface="Calibri"/>
            </a:endParaRPr>
          </a:p>
        </p:txBody>
      </p:sp>
      <p:sp>
        <p:nvSpPr>
          <p:cNvPr id="10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a:lnSpc>
                <a:spcPct val="90000"/>
              </a:lnSpc>
              <a:spcBef>
                <a:spcPts val="1417"/>
              </a:spcBef>
              <a:buNone/>
            </a:pPr>
            <a:endParaRPr lang="es-MX" sz="2800" b="0" strike="noStrike" spc="-1" dirty="0">
              <a:solidFill>
                <a:schemeClr val="dk1"/>
              </a:solidFill>
              <a:latin typeface="Calibri"/>
            </a:endParaRPr>
          </a:p>
        </p:txBody>
      </p:sp>
    </p:spTree>
  </p:cSld>
  <p:clrMapOvr>
    <a:masterClrMapping/>
  </p:clrMapOvr>
</p:sld>
</file>

<file path=ppt/theme/_rels/them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Tema de Office">
  <a:themeElements>
    <a:clrScheme name="Escala de grise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
  <TotalTime>1462</TotalTime>
  <Words>1567</Words>
  <Application>Microsoft Office PowerPoint</Application>
  <PresentationFormat>Panorámica</PresentationFormat>
  <Paragraphs>110</Paragraphs>
  <Slides>23</Slides>
  <Notes>0</Notes>
  <HiddenSlides>0</HiddenSlides>
  <MMClips>0</MMClips>
  <ScaleCrop>false</ScaleCrop>
  <HeadingPairs>
    <vt:vector size="6" baseType="variant">
      <vt:variant>
        <vt:lpstr>Fuentes usadas</vt:lpstr>
      </vt:variant>
      <vt:variant>
        <vt:i4>11</vt:i4>
      </vt:variant>
      <vt:variant>
        <vt:lpstr>Tema</vt:lpstr>
      </vt:variant>
      <vt:variant>
        <vt:i4>11</vt:i4>
      </vt:variant>
      <vt:variant>
        <vt:lpstr>Títulos de diapositiva</vt:lpstr>
      </vt:variant>
      <vt:variant>
        <vt:i4>23</vt:i4>
      </vt:variant>
    </vt:vector>
  </HeadingPairs>
  <TitlesOfParts>
    <vt:vector size="45" baseType="lpstr">
      <vt:lpstr>Arial</vt:lpstr>
      <vt:lpstr>Calibri</vt:lpstr>
      <vt:lpstr>Calibri Light</vt:lpstr>
      <vt:lpstr>Consolas</vt:lpstr>
      <vt:lpstr>Garamond</vt:lpstr>
      <vt:lpstr>open sans</vt:lpstr>
      <vt:lpstr>Segoe UI</vt:lpstr>
      <vt:lpstr>Symbol</vt:lpstr>
      <vt:lpstr>Times New Roman</vt:lpstr>
      <vt:lpstr>Verdana</vt:lpstr>
      <vt:lpstr>Wingdings</vt:lpstr>
      <vt:lpstr>Tema de Office</vt:lpstr>
      <vt:lpstr>Tema de Office</vt:lpstr>
      <vt:lpstr>Tema de Office</vt:lpstr>
      <vt:lpstr>Tema de Office</vt:lpstr>
      <vt:lpstr>Tema de Office</vt:lpstr>
      <vt:lpstr>Tema de Office</vt:lpstr>
      <vt:lpstr>Tema de Office</vt:lpstr>
      <vt:lpstr>Tema de Office</vt:lpstr>
      <vt:lpstr>Tema de Office</vt:lpstr>
      <vt:lpstr>Tema de Office</vt:lpstr>
      <vt:lpstr>Orgánico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https://www.ticportal.es/glosario-tic/base-datos-sql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MySQL</dc:title>
  <dc:subject/>
  <dc:creator>CARLOS ITURBE GIL</dc:creator>
  <dc:description/>
  <cp:lastModifiedBy>Idelfonso Iturbe Nepomuceno</cp:lastModifiedBy>
  <cp:revision>76</cp:revision>
  <dcterms:created xsi:type="dcterms:W3CDTF">2023-03-31T12:15:41Z</dcterms:created>
  <dcterms:modified xsi:type="dcterms:W3CDTF">2025-11-14T16:08:21Z</dcterms:modified>
  <dc:language>es-MX</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22</vt:i4>
  </property>
</Properties>
</file>