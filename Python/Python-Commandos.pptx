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  <p:sldMasterId id="2147483650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</p:sldIdLst>
  <p:sldSz cy="6858000" cx="12192000"/>
  <p:notesSz cx="6858000" cy="9144000"/>
  <p:embeddedFontLst>
    <p:embeddedFont>
      <p:font typeface="Play"/>
      <p:regular r:id="rId39"/>
      <p:bold r:id="rId40"/>
    </p:embeddedFont>
    <p:embeddedFont>
      <p:font typeface="Quattrocento"/>
      <p:regular r:id="rId41"/>
      <p:bold r:id="rId42"/>
    </p:embeddedFont>
    <p:embeddedFont>
      <p:font typeface="Jost"/>
      <p:regular r:id="rId43"/>
      <p:bold r:id="rId44"/>
      <p:italic r:id="rId45"/>
      <p:boldItalic r:id="rId46"/>
    </p:embeddedFont>
    <p:embeddedFont>
      <p:font typeface="Helvetica Neue"/>
      <p:regular r:id="rId47"/>
      <p:bold r:id="rId48"/>
      <p:italic r:id="rId49"/>
      <p:boldItalic r:id="rId50"/>
    </p:embeddedFont>
    <p:embeddedFont>
      <p:font typeface="Open Sans"/>
      <p:regular r:id="rId51"/>
      <p:bold r:id="rId52"/>
      <p:italic r:id="rId53"/>
      <p:boldItalic r:id="rId5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55" roundtripDataSignature="AMtx7mg0/L9uDsCFCMNqhCO/7ekZgZqa0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686C373D-86C4-411D-9EFD-E0C02E138E12}">
  <a:tblStyle styleId="{686C373D-86C4-411D-9EFD-E0C02E138E12}" styleName="Table_0">
    <a:wholeTbl>
      <a:tcTxStyle b="off" i="off">
        <a:font>
          <a:latin typeface="Tw Cen MT"/>
          <a:ea typeface="Tw Cen MT"/>
          <a:cs typeface="Tw Cen MT"/>
        </a:font>
        <a:schemeClr val="lt1"/>
      </a:tcTxStyle>
      <a:tcStyle>
        <a:tcBdr>
          <a:left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  <a:tcStyle>
        <a:fill>
          <a:solidFill>
            <a:schemeClr val="accent2">
              <a:alpha val="20000"/>
            </a:schemeClr>
          </a:solidFill>
        </a:fill>
      </a:tcStyle>
    </a:band1H>
    <a:band2H>
      <a:tcTxStyle/>
    </a:band2H>
    <a:band1V>
      <a:tcTxStyle/>
      <a:tcStyle>
        <a:fill>
          <a:solidFill>
            <a:schemeClr val="accent2">
              <a:alpha val="20000"/>
            </a:schemeClr>
          </a:solidFill>
        </a:fill>
      </a:tcStyle>
    </a:band1V>
    <a:band2V>
      <a:tcTxStyle/>
    </a:band2V>
    <a:lastCol>
      <a:tcTxStyle b="on" i="off"/>
    </a:lastCol>
    <a:firstCol>
      <a:tcTxStyle b="on" i="off"/>
    </a:firstCol>
    <a:lastRow>
      <a:tcTxStyle b="on" i="off"/>
      <a:tcStyle>
        <a:tcBdr>
          <a:top>
            <a:ln cap="flat" cmpd="sng" w="12700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rgbClr val="FFFFFF">
              <a:alpha val="0"/>
            </a:srgbClr>
          </a:solidFill>
        </a:fill>
      </a:tcStyle>
    </a:lastRow>
    <a:seCell>
      <a:tcTxStyle/>
    </a:seCell>
    <a:swCell>
      <a:tcTxStyle/>
    </a:swCell>
    <a:firstRow>
      <a:tcTxStyle b="on" i="off"/>
      <a:tcStyle>
        <a:tcBdr>
          <a:bottom>
            <a:ln cap="flat" cmpd="sng" w="12700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rgbClr val="FFFFFF">
              <a:alpha val="0"/>
            </a:srgbClr>
          </a:solidFill>
        </a:fill>
      </a:tcStyle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Play-bold.fntdata"/><Relationship Id="rId42" Type="http://schemas.openxmlformats.org/officeDocument/2006/relationships/font" Target="fonts/Quattrocento-bold.fntdata"/><Relationship Id="rId41" Type="http://schemas.openxmlformats.org/officeDocument/2006/relationships/font" Target="fonts/Quattrocento-regular.fntdata"/><Relationship Id="rId44" Type="http://schemas.openxmlformats.org/officeDocument/2006/relationships/font" Target="fonts/Jost-bold.fntdata"/><Relationship Id="rId43" Type="http://schemas.openxmlformats.org/officeDocument/2006/relationships/font" Target="fonts/Jost-regular.fntdata"/><Relationship Id="rId46" Type="http://schemas.openxmlformats.org/officeDocument/2006/relationships/font" Target="fonts/Jost-boldItalic.fntdata"/><Relationship Id="rId45" Type="http://schemas.openxmlformats.org/officeDocument/2006/relationships/font" Target="fonts/Jost-italic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48" Type="http://schemas.openxmlformats.org/officeDocument/2006/relationships/font" Target="fonts/HelveticaNeue-bold.fntdata"/><Relationship Id="rId47" Type="http://schemas.openxmlformats.org/officeDocument/2006/relationships/font" Target="fonts/HelveticaNeue-regular.fntdata"/><Relationship Id="rId49" Type="http://schemas.openxmlformats.org/officeDocument/2006/relationships/font" Target="fonts/HelveticaNeue-italic.fntdata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33" Type="http://schemas.openxmlformats.org/officeDocument/2006/relationships/slide" Target="slides/slide27.xml"/><Relationship Id="rId32" Type="http://schemas.openxmlformats.org/officeDocument/2006/relationships/slide" Target="slides/slide26.xml"/><Relationship Id="rId35" Type="http://schemas.openxmlformats.org/officeDocument/2006/relationships/slide" Target="slides/slide29.xml"/><Relationship Id="rId34" Type="http://schemas.openxmlformats.org/officeDocument/2006/relationships/slide" Target="slides/slide28.xml"/><Relationship Id="rId37" Type="http://schemas.openxmlformats.org/officeDocument/2006/relationships/slide" Target="slides/slide31.xml"/><Relationship Id="rId36" Type="http://schemas.openxmlformats.org/officeDocument/2006/relationships/slide" Target="slides/slide30.xml"/><Relationship Id="rId39" Type="http://schemas.openxmlformats.org/officeDocument/2006/relationships/font" Target="fonts/Play-regular.fntdata"/><Relationship Id="rId38" Type="http://schemas.openxmlformats.org/officeDocument/2006/relationships/slide" Target="slides/slide32.xml"/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9" Type="http://schemas.openxmlformats.org/officeDocument/2006/relationships/slide" Target="slides/slide23.xml"/><Relationship Id="rId51" Type="http://schemas.openxmlformats.org/officeDocument/2006/relationships/font" Target="fonts/OpenSans-regular.fntdata"/><Relationship Id="rId50" Type="http://schemas.openxmlformats.org/officeDocument/2006/relationships/font" Target="fonts/HelveticaNeue-boldItalic.fntdata"/><Relationship Id="rId53" Type="http://schemas.openxmlformats.org/officeDocument/2006/relationships/font" Target="fonts/OpenSans-italic.fntdata"/><Relationship Id="rId52" Type="http://schemas.openxmlformats.org/officeDocument/2006/relationships/font" Target="fonts/OpenSans-bold.fntdata"/><Relationship Id="rId11" Type="http://schemas.openxmlformats.org/officeDocument/2006/relationships/slide" Target="slides/slide5.xml"/><Relationship Id="rId55" Type="http://customschemas.google.com/relationships/presentationmetadata" Target="metadata"/><Relationship Id="rId10" Type="http://schemas.openxmlformats.org/officeDocument/2006/relationships/slide" Target="slides/slide4.xml"/><Relationship Id="rId54" Type="http://schemas.openxmlformats.org/officeDocument/2006/relationships/font" Target="fonts/OpenSans-boldItalic.fntdata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1" name="Google Shape;341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2" name="Google Shape;372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0" name="Google Shape;380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3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5" name="Google Shape;385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3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5" name="Google Shape;395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2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4" name="Google Shape;404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4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6" name="Google Shape;416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8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Google Shape;429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0" name="Google Shape;430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5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7" name="Google Shape;437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4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Google Shape;445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6" name="Google Shape;446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3" name="Google Shape;453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Google Shape;462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3" name="Google Shape;463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7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9" name="Google Shape;469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4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6" name="Google Shape;476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7" name="Shape 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" name="Google Shape;488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9" name="Google Shape;489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9" name="Shape 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" name="Google Shape;500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1" name="Google Shape;501;p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4" name="Shape 5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" name="Google Shape;505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6" name="Google Shape;506;p1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3" name="Shape 5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4" name="Google Shape;514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5" name="Google Shape;515;p1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1" name="Shape 5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" name="Google Shape;522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3" name="Google Shape;523;p1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7" name="Shape 5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8" name="Google Shape;528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9" name="Google Shape;529;p2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3" name="Shape 5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4" name="Google Shape;534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5" name="Google Shape;535;p2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2" name="Shape 5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3" name="Google Shape;543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4" name="Google Shape;544;p2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2" name="Shape 5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3" name="Google Shape;553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4" name="Google Shape;554;p2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2" name="Shape 5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" name="Google Shape;563;p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4" name="Google Shape;564;p2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1" name="Shape 5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2" name="Google Shape;572;p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3" name="Google Shape;573;p2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8" name="Shape 5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9" name="Google Shape;579;p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0" name="Google Shape;580;p2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5" name="Shape 5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6" name="Google Shape;586;p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7" name="Google Shape;587;p2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1" name="Shape 5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2" name="Google Shape;592;p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3" name="Google Shape;593;p2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8" name="Shape 5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9" name="Google Shape;599;p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0" name="Google Shape;600;p2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3" name="Shape 6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" name="Google Shape;604;p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5" name="Google Shape;605;p3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8" name="Shape 6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9" name="Google Shape;609;p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0" name="Google Shape;610;p3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4" name="Shape 6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5" name="Google Shape;615;p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6" name="Google Shape;616;p3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6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de título" showMasterSp="0" type="title">
  <p:cSld name="TITLE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\\DROBO-FS\QuickDrops\JB\PPTX NG\Droplets\LightingOverlay.png" id="53" name="Google Shape;53;p36"/>
          <p:cNvPicPr preferRelativeResize="0"/>
          <p:nvPr/>
        </p:nvPicPr>
        <p:blipFill rotWithShape="1">
          <a:blip r:embed="rId2">
            <a:alphaModFix amt="30000"/>
          </a:blip>
          <a:srcRect b="0" l="0" r="0" t="0"/>
          <a:stretch/>
        </p:blipFill>
        <p:spPr>
          <a:xfrm>
            <a:off x="0" y="-1"/>
            <a:ext cx="12192003" cy="685800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4" name="Google Shape;54;p36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</p:grpSpPr>
        <p:sp>
          <p:nvSpPr>
            <p:cNvPr id="55" name="Google Shape;55;p36"/>
            <p:cNvSpPr/>
            <p:nvPr/>
          </p:nvSpPr>
          <p:spPr>
            <a:xfrm>
              <a:off x="1209675" y="4763"/>
              <a:ext cx="23813" cy="2181225"/>
            </a:xfrm>
            <a:prstGeom prst="rect">
              <a:avLst/>
            </a:prstGeom>
            <a:gradFill>
              <a:gsLst>
                <a:gs pos="0">
                  <a:schemeClr val="dk2"/>
                </a:gs>
                <a:gs pos="100000">
                  <a:srgbClr val="101322"/>
                </a:gs>
              </a:gsLst>
              <a:lin ang="54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sp>
          <p:nvSpPr>
            <p:cNvPr id="56" name="Google Shape;56;p36"/>
            <p:cNvSpPr/>
            <p:nvPr/>
          </p:nvSpPr>
          <p:spPr>
            <a:xfrm>
              <a:off x="1128713" y="2176463"/>
              <a:ext cx="190500" cy="190500"/>
            </a:xfrm>
            <a:custGeom>
              <a:rect b="b" l="l" r="r" t="t"/>
              <a:pathLst>
                <a:path extrusionOk="0" h="40" w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101322"/>
                </a:gs>
              </a:gsLst>
              <a:lin ang="54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sp>
          <p:nvSpPr>
            <p:cNvPr id="57" name="Google Shape;57;p36"/>
            <p:cNvSpPr/>
            <p:nvPr/>
          </p:nvSpPr>
          <p:spPr>
            <a:xfrm>
              <a:off x="1123950" y="4021138"/>
              <a:ext cx="190500" cy="188913"/>
            </a:xfrm>
            <a:custGeom>
              <a:rect b="b" l="l" r="r" t="t"/>
              <a:pathLst>
                <a:path extrusionOk="0" h="40" w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101322"/>
                </a:gs>
              </a:gsLst>
              <a:lin ang="54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sp>
          <p:nvSpPr>
            <p:cNvPr id="58" name="Google Shape;58;p36"/>
            <p:cNvSpPr/>
            <p:nvPr/>
          </p:nvSpPr>
          <p:spPr>
            <a:xfrm>
              <a:off x="414338" y="9525"/>
              <a:ext cx="28575" cy="4481513"/>
            </a:xfrm>
            <a:prstGeom prst="rect">
              <a:avLst/>
            </a:prstGeom>
            <a:gradFill>
              <a:gsLst>
                <a:gs pos="0">
                  <a:schemeClr val="dk2"/>
                </a:gs>
                <a:gs pos="100000">
                  <a:srgbClr val="101322"/>
                </a:gs>
              </a:gsLst>
              <a:lin ang="54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sp>
          <p:nvSpPr>
            <p:cNvPr id="59" name="Google Shape;59;p36"/>
            <p:cNvSpPr/>
            <p:nvPr/>
          </p:nvSpPr>
          <p:spPr>
            <a:xfrm>
              <a:off x="333375" y="4481513"/>
              <a:ext cx="190500" cy="190500"/>
            </a:xfrm>
            <a:custGeom>
              <a:rect b="b" l="l" r="r" t="t"/>
              <a:pathLst>
                <a:path extrusionOk="0" h="40" w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101322"/>
                </a:gs>
              </a:gsLst>
              <a:lin ang="54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sp>
          <p:nvSpPr>
            <p:cNvPr id="60" name="Google Shape;60;p36"/>
            <p:cNvSpPr/>
            <p:nvPr/>
          </p:nvSpPr>
          <p:spPr>
            <a:xfrm>
              <a:off x="190500" y="9525"/>
              <a:ext cx="152400" cy="908050"/>
            </a:xfrm>
            <a:custGeom>
              <a:rect b="b" l="l" r="r" t="t"/>
              <a:pathLst>
                <a:path extrusionOk="0" h="572" w="96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101322"/>
                </a:gs>
              </a:gsLst>
              <a:lin ang="54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sp>
          <p:nvSpPr>
            <p:cNvPr id="61" name="Google Shape;61;p36"/>
            <p:cNvSpPr/>
            <p:nvPr/>
          </p:nvSpPr>
          <p:spPr>
            <a:xfrm>
              <a:off x="1290638" y="14288"/>
              <a:ext cx="376238" cy="1801813"/>
            </a:xfrm>
            <a:custGeom>
              <a:rect b="b" l="l" r="r" t="t"/>
              <a:pathLst>
                <a:path extrusionOk="0" h="1135" w="237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101322"/>
                </a:gs>
              </a:gsLst>
              <a:lin ang="54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sp>
          <p:nvSpPr>
            <p:cNvPr id="62" name="Google Shape;62;p36"/>
            <p:cNvSpPr/>
            <p:nvPr/>
          </p:nvSpPr>
          <p:spPr>
            <a:xfrm>
              <a:off x="1600200" y="1801813"/>
              <a:ext cx="190500" cy="188913"/>
            </a:xfrm>
            <a:custGeom>
              <a:rect b="b" l="l" r="r" t="t"/>
              <a:pathLst>
                <a:path extrusionOk="0" h="40" w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101322"/>
                </a:gs>
              </a:gsLst>
              <a:lin ang="54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sp>
          <p:nvSpPr>
            <p:cNvPr id="63" name="Google Shape;63;p36"/>
            <p:cNvSpPr/>
            <p:nvPr/>
          </p:nvSpPr>
          <p:spPr>
            <a:xfrm>
              <a:off x="1381125" y="9525"/>
              <a:ext cx="371475" cy="1425575"/>
            </a:xfrm>
            <a:custGeom>
              <a:rect b="b" l="l" r="r" t="t"/>
              <a:pathLst>
                <a:path extrusionOk="0" h="898" w="234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101322"/>
                </a:gs>
              </a:gsLst>
              <a:lin ang="54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sp>
          <p:nvSpPr>
            <p:cNvPr id="64" name="Google Shape;64;p36"/>
            <p:cNvSpPr/>
            <p:nvPr/>
          </p:nvSpPr>
          <p:spPr>
            <a:xfrm>
              <a:off x="1643063" y="0"/>
              <a:ext cx="152400" cy="912813"/>
            </a:xfrm>
            <a:custGeom>
              <a:rect b="b" l="l" r="r" t="t"/>
              <a:pathLst>
                <a:path extrusionOk="0" h="575" w="96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101322"/>
                </a:gs>
              </a:gsLst>
              <a:lin ang="54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sp>
          <p:nvSpPr>
            <p:cNvPr id="65" name="Google Shape;65;p36"/>
            <p:cNvSpPr/>
            <p:nvPr/>
          </p:nvSpPr>
          <p:spPr>
            <a:xfrm>
              <a:off x="1685925" y="1420813"/>
              <a:ext cx="190500" cy="190500"/>
            </a:xfrm>
            <a:custGeom>
              <a:rect b="b" l="l" r="r" t="t"/>
              <a:pathLst>
                <a:path extrusionOk="0" h="40" w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101322"/>
                </a:gs>
              </a:gsLst>
              <a:lin ang="54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sp>
          <p:nvSpPr>
            <p:cNvPr id="66" name="Google Shape;66;p36"/>
            <p:cNvSpPr/>
            <p:nvPr/>
          </p:nvSpPr>
          <p:spPr>
            <a:xfrm>
              <a:off x="1685925" y="903288"/>
              <a:ext cx="190500" cy="190500"/>
            </a:xfrm>
            <a:custGeom>
              <a:rect b="b" l="l" r="r" t="t"/>
              <a:pathLst>
                <a:path extrusionOk="0" h="40" w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101322"/>
                </a:gs>
              </a:gsLst>
              <a:lin ang="54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sp>
          <p:nvSpPr>
            <p:cNvPr id="67" name="Google Shape;67;p36"/>
            <p:cNvSpPr/>
            <p:nvPr/>
          </p:nvSpPr>
          <p:spPr>
            <a:xfrm>
              <a:off x="1743075" y="4763"/>
              <a:ext cx="419100" cy="522288"/>
            </a:xfrm>
            <a:custGeom>
              <a:rect b="b" l="l" r="r" t="t"/>
              <a:pathLst>
                <a:path extrusionOk="0" h="329" w="264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101322"/>
                </a:gs>
              </a:gsLst>
              <a:lin ang="54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sp>
          <p:nvSpPr>
            <p:cNvPr id="68" name="Google Shape;68;p36"/>
            <p:cNvSpPr/>
            <p:nvPr/>
          </p:nvSpPr>
          <p:spPr>
            <a:xfrm>
              <a:off x="2119313" y="488950"/>
              <a:ext cx="161925" cy="147638"/>
            </a:xfrm>
            <a:custGeom>
              <a:rect b="b" l="l" r="r" t="t"/>
              <a:pathLst>
                <a:path extrusionOk="0" h="31" w="34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101322"/>
                </a:gs>
              </a:gsLst>
              <a:lin ang="54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sp>
          <p:nvSpPr>
            <p:cNvPr id="69" name="Google Shape;69;p36"/>
            <p:cNvSpPr/>
            <p:nvPr/>
          </p:nvSpPr>
          <p:spPr>
            <a:xfrm>
              <a:off x="952500" y="4763"/>
              <a:ext cx="152400" cy="908050"/>
            </a:xfrm>
            <a:custGeom>
              <a:rect b="b" l="l" r="r" t="t"/>
              <a:pathLst>
                <a:path extrusionOk="0" h="572" w="96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101322"/>
                </a:gs>
              </a:gsLst>
              <a:lin ang="54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sp>
          <p:nvSpPr>
            <p:cNvPr id="70" name="Google Shape;70;p36"/>
            <p:cNvSpPr/>
            <p:nvPr/>
          </p:nvSpPr>
          <p:spPr>
            <a:xfrm>
              <a:off x="866775" y="903288"/>
              <a:ext cx="190500" cy="190500"/>
            </a:xfrm>
            <a:custGeom>
              <a:rect b="b" l="l" r="r" t="t"/>
              <a:pathLst>
                <a:path extrusionOk="0" h="40" w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101322"/>
                </a:gs>
              </a:gsLst>
              <a:lin ang="54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sp>
          <p:nvSpPr>
            <p:cNvPr id="71" name="Google Shape;71;p36"/>
            <p:cNvSpPr/>
            <p:nvPr/>
          </p:nvSpPr>
          <p:spPr>
            <a:xfrm>
              <a:off x="890588" y="1554163"/>
              <a:ext cx="190500" cy="190500"/>
            </a:xfrm>
            <a:custGeom>
              <a:rect b="b" l="l" r="r" t="t"/>
              <a:pathLst>
                <a:path extrusionOk="0" h="40" w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101322"/>
                </a:gs>
              </a:gsLst>
              <a:lin ang="54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sp>
          <p:nvSpPr>
            <p:cNvPr id="72" name="Google Shape;72;p36"/>
            <p:cNvSpPr/>
            <p:nvPr/>
          </p:nvSpPr>
          <p:spPr>
            <a:xfrm>
              <a:off x="738188" y="5622925"/>
              <a:ext cx="338138" cy="1216025"/>
            </a:xfrm>
            <a:custGeom>
              <a:rect b="b" l="l" r="r" t="t"/>
              <a:pathLst>
                <a:path extrusionOk="0" h="766" w="213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101322"/>
                </a:gs>
              </a:gsLst>
              <a:lin ang="54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sp>
          <p:nvSpPr>
            <p:cNvPr id="73" name="Google Shape;73;p36"/>
            <p:cNvSpPr/>
            <p:nvPr/>
          </p:nvSpPr>
          <p:spPr>
            <a:xfrm>
              <a:off x="647700" y="5480050"/>
              <a:ext cx="157163" cy="157163"/>
            </a:xfrm>
            <a:custGeom>
              <a:rect b="b" l="l" r="r" t="t"/>
              <a:pathLst>
                <a:path extrusionOk="0" h="33" w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101322"/>
                </a:gs>
              </a:gsLst>
              <a:lin ang="54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sp>
          <p:nvSpPr>
            <p:cNvPr id="74" name="Google Shape;74;p36"/>
            <p:cNvSpPr/>
            <p:nvPr/>
          </p:nvSpPr>
          <p:spPr>
            <a:xfrm>
              <a:off x="66675" y="903288"/>
              <a:ext cx="190500" cy="190500"/>
            </a:xfrm>
            <a:custGeom>
              <a:rect b="b" l="l" r="r" t="t"/>
              <a:pathLst>
                <a:path extrusionOk="0" h="40" w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101322"/>
                </a:gs>
              </a:gsLst>
              <a:lin ang="54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sp>
          <p:nvSpPr>
            <p:cNvPr id="75" name="Google Shape;75;p36"/>
            <p:cNvSpPr/>
            <p:nvPr/>
          </p:nvSpPr>
          <p:spPr>
            <a:xfrm>
              <a:off x="0" y="3897313"/>
              <a:ext cx="133350" cy="266700"/>
            </a:xfrm>
            <a:custGeom>
              <a:rect b="b" l="l" r="r" t="t"/>
              <a:pathLst>
                <a:path extrusionOk="0" h="168" w="84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101322"/>
                </a:gs>
              </a:gsLst>
              <a:lin ang="54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sp>
          <p:nvSpPr>
            <p:cNvPr id="76" name="Google Shape;76;p36"/>
            <p:cNvSpPr/>
            <p:nvPr/>
          </p:nvSpPr>
          <p:spPr>
            <a:xfrm>
              <a:off x="66675" y="4149725"/>
              <a:ext cx="190500" cy="188913"/>
            </a:xfrm>
            <a:custGeom>
              <a:rect b="b" l="l" r="r" t="t"/>
              <a:pathLst>
                <a:path extrusionOk="0" h="40" w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101322"/>
                </a:gs>
              </a:gsLst>
              <a:lin ang="54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sp>
          <p:nvSpPr>
            <p:cNvPr id="77" name="Google Shape;77;p36"/>
            <p:cNvSpPr/>
            <p:nvPr/>
          </p:nvSpPr>
          <p:spPr>
            <a:xfrm>
              <a:off x="0" y="1644650"/>
              <a:ext cx="133350" cy="269875"/>
            </a:xfrm>
            <a:custGeom>
              <a:rect b="b" l="l" r="r" t="t"/>
              <a:pathLst>
                <a:path extrusionOk="0" h="170" w="84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101322"/>
                </a:gs>
              </a:gsLst>
              <a:lin ang="54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sp>
          <p:nvSpPr>
            <p:cNvPr id="78" name="Google Shape;78;p36"/>
            <p:cNvSpPr/>
            <p:nvPr/>
          </p:nvSpPr>
          <p:spPr>
            <a:xfrm>
              <a:off x="66675" y="1468438"/>
              <a:ext cx="190500" cy="190500"/>
            </a:xfrm>
            <a:custGeom>
              <a:rect b="b" l="l" r="r" t="t"/>
              <a:pathLst>
                <a:path extrusionOk="0" h="40" w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101322"/>
                </a:gs>
              </a:gsLst>
              <a:lin ang="54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sp>
          <p:nvSpPr>
            <p:cNvPr id="79" name="Google Shape;79;p36"/>
            <p:cNvSpPr/>
            <p:nvPr/>
          </p:nvSpPr>
          <p:spPr>
            <a:xfrm>
              <a:off x="695325" y="4763"/>
              <a:ext cx="309563" cy="1558925"/>
            </a:xfrm>
            <a:custGeom>
              <a:rect b="b" l="l" r="r" t="t"/>
              <a:pathLst>
                <a:path extrusionOk="0" h="982" w="195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101322"/>
                </a:gs>
              </a:gsLst>
              <a:lin ang="54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sp>
          <p:nvSpPr>
            <p:cNvPr id="80" name="Google Shape;80;p36"/>
            <p:cNvSpPr/>
            <p:nvPr/>
          </p:nvSpPr>
          <p:spPr>
            <a:xfrm>
              <a:off x="57150" y="4881563"/>
              <a:ext cx="190500" cy="188913"/>
            </a:xfrm>
            <a:custGeom>
              <a:rect b="b" l="l" r="r" t="t"/>
              <a:pathLst>
                <a:path extrusionOk="0" h="40" w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101322"/>
                </a:gs>
              </a:gsLst>
              <a:lin ang="54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sp>
          <p:nvSpPr>
            <p:cNvPr id="81" name="Google Shape;81;p36"/>
            <p:cNvSpPr/>
            <p:nvPr/>
          </p:nvSpPr>
          <p:spPr>
            <a:xfrm>
              <a:off x="138113" y="5060950"/>
              <a:ext cx="304800" cy="1778000"/>
            </a:xfrm>
            <a:custGeom>
              <a:rect b="b" l="l" r="r" t="t"/>
              <a:pathLst>
                <a:path extrusionOk="0" h="1120" w="192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101322"/>
                </a:gs>
              </a:gsLst>
              <a:lin ang="54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sp>
          <p:nvSpPr>
            <p:cNvPr id="82" name="Google Shape;82;p36"/>
            <p:cNvSpPr/>
            <p:nvPr/>
          </p:nvSpPr>
          <p:spPr>
            <a:xfrm>
              <a:off x="561975" y="6430963"/>
              <a:ext cx="190500" cy="188913"/>
            </a:xfrm>
            <a:custGeom>
              <a:rect b="b" l="l" r="r" t="t"/>
              <a:pathLst>
                <a:path extrusionOk="0" h="40" w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101322"/>
                </a:gs>
              </a:gsLst>
              <a:lin ang="54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sp>
          <p:nvSpPr>
            <p:cNvPr id="83" name="Google Shape;83;p36"/>
            <p:cNvSpPr/>
            <p:nvPr/>
          </p:nvSpPr>
          <p:spPr>
            <a:xfrm>
              <a:off x="642938" y="6610350"/>
              <a:ext cx="23813" cy="242888"/>
            </a:xfrm>
            <a:prstGeom prst="rect">
              <a:avLst/>
            </a:prstGeom>
            <a:gradFill>
              <a:gsLst>
                <a:gs pos="0">
                  <a:schemeClr val="dk2"/>
                </a:gs>
                <a:gs pos="100000">
                  <a:srgbClr val="101322"/>
                </a:gs>
              </a:gsLst>
              <a:lin ang="54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sp>
          <p:nvSpPr>
            <p:cNvPr id="84" name="Google Shape;84;p36"/>
            <p:cNvSpPr/>
            <p:nvPr/>
          </p:nvSpPr>
          <p:spPr>
            <a:xfrm>
              <a:off x="76200" y="6430963"/>
              <a:ext cx="190500" cy="188913"/>
            </a:xfrm>
            <a:custGeom>
              <a:rect b="b" l="l" r="r" t="t"/>
              <a:pathLst>
                <a:path extrusionOk="0" h="40" w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101322"/>
                </a:gs>
              </a:gsLst>
              <a:lin ang="54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sp>
          <p:nvSpPr>
            <p:cNvPr id="85" name="Google Shape;85;p36"/>
            <p:cNvSpPr/>
            <p:nvPr/>
          </p:nvSpPr>
          <p:spPr>
            <a:xfrm>
              <a:off x="0" y="5978525"/>
              <a:ext cx="190500" cy="461963"/>
            </a:xfrm>
            <a:custGeom>
              <a:rect b="b" l="l" r="r" t="t"/>
              <a:pathLst>
                <a:path extrusionOk="0" h="291" w="120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101322"/>
                </a:gs>
              </a:gsLst>
              <a:lin ang="54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sp>
          <p:nvSpPr>
            <p:cNvPr id="86" name="Google Shape;86;p36"/>
            <p:cNvSpPr/>
            <p:nvPr/>
          </p:nvSpPr>
          <p:spPr>
            <a:xfrm>
              <a:off x="1014413" y="1801813"/>
              <a:ext cx="214313" cy="755650"/>
            </a:xfrm>
            <a:custGeom>
              <a:rect b="b" l="l" r="r" t="t"/>
              <a:pathLst>
                <a:path extrusionOk="0" h="476" w="135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101322"/>
                </a:gs>
              </a:gsLst>
              <a:lin ang="54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sp>
          <p:nvSpPr>
            <p:cNvPr id="87" name="Google Shape;87;p36"/>
            <p:cNvSpPr/>
            <p:nvPr/>
          </p:nvSpPr>
          <p:spPr>
            <a:xfrm>
              <a:off x="938213" y="2547938"/>
              <a:ext cx="166688" cy="160338"/>
            </a:xfrm>
            <a:custGeom>
              <a:rect b="b" l="l" r="r" t="t"/>
              <a:pathLst>
                <a:path extrusionOk="0" h="34" w="35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101322"/>
                </a:gs>
              </a:gsLst>
              <a:lin ang="54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sp>
          <p:nvSpPr>
            <p:cNvPr id="88" name="Google Shape;88;p36"/>
            <p:cNvSpPr/>
            <p:nvPr/>
          </p:nvSpPr>
          <p:spPr>
            <a:xfrm>
              <a:off x="595313" y="4763"/>
              <a:ext cx="638175" cy="4025900"/>
            </a:xfrm>
            <a:custGeom>
              <a:rect b="b" l="l" r="r" t="t"/>
              <a:pathLst>
                <a:path extrusionOk="0" h="2536" w="402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101322"/>
                </a:gs>
              </a:gsLst>
              <a:lin ang="54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sp>
          <p:nvSpPr>
            <p:cNvPr id="89" name="Google Shape;89;p36"/>
            <p:cNvSpPr/>
            <p:nvPr/>
          </p:nvSpPr>
          <p:spPr>
            <a:xfrm>
              <a:off x="1223963" y="1382713"/>
              <a:ext cx="142875" cy="476250"/>
            </a:xfrm>
            <a:custGeom>
              <a:rect b="b" l="l" r="r" t="t"/>
              <a:pathLst>
                <a:path extrusionOk="0" h="300" w="9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101322"/>
                </a:gs>
              </a:gsLst>
              <a:lin ang="54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sp>
          <p:nvSpPr>
            <p:cNvPr id="90" name="Google Shape;90;p36"/>
            <p:cNvSpPr/>
            <p:nvPr/>
          </p:nvSpPr>
          <p:spPr>
            <a:xfrm>
              <a:off x="1300163" y="1849438"/>
              <a:ext cx="109538" cy="107950"/>
            </a:xfrm>
            <a:custGeom>
              <a:rect b="b" l="l" r="r" t="t"/>
              <a:pathLst>
                <a:path extrusionOk="0" h="23" w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101322"/>
                </a:gs>
              </a:gsLst>
              <a:lin ang="54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sp>
          <p:nvSpPr>
            <p:cNvPr id="91" name="Google Shape;91;p36"/>
            <p:cNvSpPr/>
            <p:nvPr/>
          </p:nvSpPr>
          <p:spPr>
            <a:xfrm>
              <a:off x="280988" y="3417888"/>
              <a:ext cx="142875" cy="474663"/>
            </a:xfrm>
            <a:custGeom>
              <a:rect b="b" l="l" r="r" t="t"/>
              <a:pathLst>
                <a:path extrusionOk="0" h="299" w="90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101322"/>
                </a:gs>
              </a:gsLst>
              <a:lin ang="54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sp>
          <p:nvSpPr>
            <p:cNvPr id="92" name="Google Shape;92;p36"/>
            <p:cNvSpPr/>
            <p:nvPr/>
          </p:nvSpPr>
          <p:spPr>
            <a:xfrm>
              <a:off x="238125" y="3883025"/>
              <a:ext cx="109538" cy="109538"/>
            </a:xfrm>
            <a:custGeom>
              <a:rect b="b" l="l" r="r" t="t"/>
              <a:pathLst>
                <a:path extrusionOk="0" h="23" w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101322"/>
                </a:gs>
              </a:gsLst>
              <a:lin ang="54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sp>
          <p:nvSpPr>
            <p:cNvPr id="93" name="Google Shape;93;p36"/>
            <p:cNvSpPr/>
            <p:nvPr/>
          </p:nvSpPr>
          <p:spPr>
            <a:xfrm>
              <a:off x="4763" y="2166938"/>
              <a:ext cx="114300" cy="452438"/>
            </a:xfrm>
            <a:custGeom>
              <a:rect b="b" l="l" r="r" t="t"/>
              <a:pathLst>
                <a:path extrusionOk="0" h="285" w="72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101322"/>
                </a:gs>
              </a:gsLst>
              <a:lin ang="54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sp>
          <p:nvSpPr>
            <p:cNvPr id="94" name="Google Shape;94;p36"/>
            <p:cNvSpPr/>
            <p:nvPr/>
          </p:nvSpPr>
          <p:spPr>
            <a:xfrm>
              <a:off x="52388" y="2066925"/>
              <a:ext cx="109538" cy="109538"/>
            </a:xfrm>
            <a:custGeom>
              <a:rect b="b" l="l" r="r" t="t"/>
              <a:pathLst>
                <a:path extrusionOk="0" h="23" w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101322"/>
                </a:gs>
              </a:gsLst>
              <a:lin ang="54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sp>
          <p:nvSpPr>
            <p:cNvPr id="95" name="Google Shape;95;p36"/>
            <p:cNvSpPr/>
            <p:nvPr/>
          </p:nvSpPr>
          <p:spPr>
            <a:xfrm>
              <a:off x="1228725" y="4662488"/>
              <a:ext cx="23813" cy="2181225"/>
            </a:xfrm>
            <a:prstGeom prst="rect">
              <a:avLst/>
            </a:prstGeom>
            <a:gradFill>
              <a:gsLst>
                <a:gs pos="0">
                  <a:schemeClr val="dk2"/>
                </a:gs>
                <a:gs pos="100000">
                  <a:srgbClr val="101322"/>
                </a:gs>
              </a:gsLst>
              <a:lin ang="54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sp>
          <p:nvSpPr>
            <p:cNvPr id="96" name="Google Shape;96;p36"/>
            <p:cNvSpPr/>
            <p:nvPr/>
          </p:nvSpPr>
          <p:spPr>
            <a:xfrm>
              <a:off x="1319213" y="5041900"/>
              <a:ext cx="371475" cy="1801813"/>
            </a:xfrm>
            <a:custGeom>
              <a:rect b="b" l="l" r="r" t="t"/>
              <a:pathLst>
                <a:path extrusionOk="0" h="1135" w="234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101322"/>
                </a:gs>
              </a:gsLst>
              <a:lin ang="54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sp>
          <p:nvSpPr>
            <p:cNvPr id="97" name="Google Shape;97;p36"/>
            <p:cNvSpPr/>
            <p:nvPr/>
          </p:nvSpPr>
          <p:spPr>
            <a:xfrm>
              <a:off x="1147763" y="4481513"/>
              <a:ext cx="190500" cy="190500"/>
            </a:xfrm>
            <a:custGeom>
              <a:rect b="b" l="l" r="r" t="t"/>
              <a:pathLst>
                <a:path extrusionOk="0" h="40" w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101322"/>
                </a:gs>
              </a:gsLst>
              <a:lin ang="54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sp>
          <p:nvSpPr>
            <p:cNvPr id="98" name="Google Shape;98;p36"/>
            <p:cNvSpPr/>
            <p:nvPr/>
          </p:nvSpPr>
          <p:spPr>
            <a:xfrm>
              <a:off x="819150" y="3983038"/>
              <a:ext cx="347663" cy="2860675"/>
            </a:xfrm>
            <a:custGeom>
              <a:rect b="b" l="l" r="r" t="t"/>
              <a:pathLst>
                <a:path extrusionOk="0" h="1802" w="219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101322"/>
                </a:gs>
              </a:gsLst>
              <a:lin ang="54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sp>
          <p:nvSpPr>
            <p:cNvPr id="99" name="Google Shape;99;p36"/>
            <p:cNvSpPr/>
            <p:nvPr/>
          </p:nvSpPr>
          <p:spPr>
            <a:xfrm>
              <a:off x="728663" y="3806825"/>
              <a:ext cx="190500" cy="190500"/>
            </a:xfrm>
            <a:custGeom>
              <a:rect b="b" l="l" r="r" t="t"/>
              <a:pathLst>
                <a:path extrusionOk="0" h="40" w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101322"/>
                </a:gs>
              </a:gsLst>
              <a:lin ang="54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sp>
          <p:nvSpPr>
            <p:cNvPr id="100" name="Google Shape;100;p36"/>
            <p:cNvSpPr/>
            <p:nvPr/>
          </p:nvSpPr>
          <p:spPr>
            <a:xfrm>
              <a:off x="1624013" y="4867275"/>
              <a:ext cx="190500" cy="188913"/>
            </a:xfrm>
            <a:custGeom>
              <a:rect b="b" l="l" r="r" t="t"/>
              <a:pathLst>
                <a:path extrusionOk="0" h="40" w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101322"/>
                </a:gs>
              </a:gsLst>
              <a:lin ang="54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sp>
          <p:nvSpPr>
            <p:cNvPr id="101" name="Google Shape;101;p36"/>
            <p:cNvSpPr/>
            <p:nvPr/>
          </p:nvSpPr>
          <p:spPr>
            <a:xfrm>
              <a:off x="1404938" y="5422900"/>
              <a:ext cx="371475" cy="1425575"/>
            </a:xfrm>
            <a:custGeom>
              <a:rect b="b" l="l" r="r" t="t"/>
              <a:pathLst>
                <a:path extrusionOk="0" h="898" w="234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101322"/>
                </a:gs>
              </a:gsLst>
              <a:lin ang="54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sp>
          <p:nvSpPr>
            <p:cNvPr id="102" name="Google Shape;102;p36"/>
            <p:cNvSpPr/>
            <p:nvPr/>
          </p:nvSpPr>
          <p:spPr>
            <a:xfrm>
              <a:off x="1666875" y="5945188"/>
              <a:ext cx="152400" cy="912813"/>
            </a:xfrm>
            <a:custGeom>
              <a:rect b="b" l="l" r="r" t="t"/>
              <a:pathLst>
                <a:path extrusionOk="0" h="575" w="96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101322"/>
                </a:gs>
              </a:gsLst>
              <a:lin ang="54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sp>
          <p:nvSpPr>
            <p:cNvPr id="103" name="Google Shape;103;p36"/>
            <p:cNvSpPr/>
            <p:nvPr/>
          </p:nvSpPr>
          <p:spPr>
            <a:xfrm>
              <a:off x="1709738" y="5246688"/>
              <a:ext cx="190500" cy="190500"/>
            </a:xfrm>
            <a:custGeom>
              <a:rect b="b" l="l" r="r" t="t"/>
              <a:pathLst>
                <a:path extrusionOk="0" h="40" w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101322"/>
                </a:gs>
              </a:gsLst>
              <a:lin ang="54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sp>
          <p:nvSpPr>
            <p:cNvPr id="104" name="Google Shape;104;p36"/>
            <p:cNvSpPr/>
            <p:nvPr/>
          </p:nvSpPr>
          <p:spPr>
            <a:xfrm>
              <a:off x="1709738" y="5764213"/>
              <a:ext cx="190500" cy="190500"/>
            </a:xfrm>
            <a:custGeom>
              <a:rect b="b" l="l" r="r" t="t"/>
              <a:pathLst>
                <a:path extrusionOk="0" h="40" w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101322"/>
                </a:gs>
              </a:gsLst>
              <a:lin ang="54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sp>
          <p:nvSpPr>
            <p:cNvPr id="105" name="Google Shape;105;p36"/>
            <p:cNvSpPr/>
            <p:nvPr/>
          </p:nvSpPr>
          <p:spPr>
            <a:xfrm>
              <a:off x="1766888" y="6330950"/>
              <a:ext cx="419100" cy="527050"/>
            </a:xfrm>
            <a:custGeom>
              <a:rect b="b" l="l" r="r" t="t"/>
              <a:pathLst>
                <a:path extrusionOk="0" h="332" w="264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101322"/>
                </a:gs>
              </a:gsLst>
              <a:lin ang="54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sp>
          <p:nvSpPr>
            <p:cNvPr id="106" name="Google Shape;106;p36"/>
            <p:cNvSpPr/>
            <p:nvPr/>
          </p:nvSpPr>
          <p:spPr>
            <a:xfrm>
              <a:off x="2147888" y="6221413"/>
              <a:ext cx="157163" cy="147638"/>
            </a:xfrm>
            <a:custGeom>
              <a:rect b="b" l="l" r="r" t="t"/>
              <a:pathLst>
                <a:path extrusionOk="0" h="31" w="33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101322"/>
                </a:gs>
              </a:gsLst>
              <a:lin ang="54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sp>
          <p:nvSpPr>
            <p:cNvPr id="107" name="Google Shape;107;p36"/>
            <p:cNvSpPr/>
            <p:nvPr/>
          </p:nvSpPr>
          <p:spPr>
            <a:xfrm>
              <a:off x="504825" y="9525"/>
              <a:ext cx="233363" cy="5103813"/>
            </a:xfrm>
            <a:custGeom>
              <a:rect b="b" l="l" r="r" t="t"/>
              <a:pathLst>
                <a:path extrusionOk="0" h="3215" w="147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101322"/>
                </a:gs>
              </a:gsLst>
              <a:lin ang="54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sp>
          <p:nvSpPr>
            <p:cNvPr id="108" name="Google Shape;108;p36"/>
            <p:cNvSpPr/>
            <p:nvPr/>
          </p:nvSpPr>
          <p:spPr>
            <a:xfrm>
              <a:off x="633413" y="5103813"/>
              <a:ext cx="185738" cy="185738"/>
            </a:xfrm>
            <a:custGeom>
              <a:rect b="b" l="l" r="r" t="t"/>
              <a:pathLst>
                <a:path extrusionOk="0" h="39" w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101322"/>
                </a:gs>
              </a:gsLst>
              <a:lin ang="54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</p:grpSp>
      <p:sp>
        <p:nvSpPr>
          <p:cNvPr id="109" name="Google Shape;109;p36"/>
          <p:cNvSpPr txBox="1"/>
          <p:nvPr>
            <p:ph type="ctrTitle"/>
          </p:nvPr>
        </p:nvSpPr>
        <p:spPr>
          <a:xfrm>
            <a:off x="1876424" y="1122363"/>
            <a:ext cx="8791575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Twentieth Century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0" name="Google Shape;110;p36"/>
          <p:cNvSpPr txBox="1"/>
          <p:nvPr>
            <p:ph idx="1" type="subTitle"/>
          </p:nvPr>
        </p:nvSpPr>
        <p:spPr>
          <a:xfrm>
            <a:off x="1876424" y="3602038"/>
            <a:ext cx="8791575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2500"/>
              <a:buNone/>
              <a:defRPr sz="2000" cap="none">
                <a:solidFill>
                  <a:schemeClr val="dk2"/>
                </a:solidFill>
              </a:defRPr>
            </a:lvl1pPr>
            <a:lvl2pPr lvl="1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000"/>
            </a:lvl2pPr>
            <a:lvl3pPr lvl="2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250"/>
              <a:buNone/>
              <a:defRPr sz="1800"/>
            </a:lvl3pPr>
            <a:lvl4pPr lvl="3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1600"/>
            </a:lvl4pPr>
            <a:lvl5pPr lvl="4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1600"/>
            </a:lvl5pPr>
            <a:lvl6pPr lvl="5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1600"/>
            </a:lvl6pPr>
            <a:lvl7pPr lvl="6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1600"/>
            </a:lvl7pPr>
            <a:lvl8pPr lvl="7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1600"/>
            </a:lvl8pPr>
            <a:lvl9pPr lvl="8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1600"/>
            </a:lvl9pPr>
          </a:lstStyle>
          <a:p/>
        </p:txBody>
      </p:sp>
      <p:sp>
        <p:nvSpPr>
          <p:cNvPr id="111" name="Google Shape;111;p36"/>
          <p:cNvSpPr txBox="1"/>
          <p:nvPr>
            <p:ph idx="10" type="dt"/>
          </p:nvPr>
        </p:nvSpPr>
        <p:spPr>
          <a:xfrm>
            <a:off x="7077511" y="541020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2" name="Google Shape;112;p36"/>
          <p:cNvSpPr txBox="1"/>
          <p:nvPr>
            <p:ph idx="11" type="ftr"/>
          </p:nvPr>
        </p:nvSpPr>
        <p:spPr>
          <a:xfrm>
            <a:off x="1876424" y="5410201"/>
            <a:ext cx="512488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3" name="Google Shape;113;p36"/>
          <p:cNvSpPr txBox="1"/>
          <p:nvPr>
            <p:ph idx="12" type="sldNum"/>
          </p:nvPr>
        </p:nvSpPr>
        <p:spPr>
          <a:xfrm>
            <a:off x="9896911" y="5410199"/>
            <a:ext cx="77108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objetos" type="obj">
  <p:cSld name="OBJECT"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37"/>
          <p:cNvSpPr txBox="1"/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3" name="Google Shape;163;p37"/>
          <p:cNvSpPr txBox="1"/>
          <p:nvPr>
            <p:ph idx="1" type="body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71475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1pPr>
            <a:lvl2pPr indent="-371475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2pPr>
            <a:lvl3pPr indent="-371475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3pPr>
            <a:lvl4pPr indent="-371475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4pPr>
            <a:lvl5pPr indent="-371475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5pPr>
            <a:lvl6pPr indent="-371475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6pPr>
            <a:lvl7pPr indent="-371475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7pPr>
            <a:lvl8pPr indent="-371475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8pPr>
            <a:lvl9pPr indent="-371475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9pPr>
          </a:lstStyle>
          <a:p/>
        </p:txBody>
      </p:sp>
      <p:sp>
        <p:nvSpPr>
          <p:cNvPr id="164" name="Google Shape;164;p37"/>
          <p:cNvSpPr txBox="1"/>
          <p:nvPr>
            <p:ph idx="10" type="dt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5" name="Google Shape;165;p37"/>
          <p:cNvSpPr txBox="1"/>
          <p:nvPr>
            <p:ph idx="11" type="ftr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6" name="Google Shape;166;p37"/>
          <p:cNvSpPr txBox="1"/>
          <p:nvPr>
            <p:ph idx="12" type="sldNum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de título" showMasterSp="0" type="title">
  <p:cSld name="TITLE"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\\DROBO-FS\QuickDrops\JB\PPTX NG\Droplets\LightingOverlay.png" id="168" name="Google Shape;168;p35"/>
          <p:cNvPicPr preferRelativeResize="0"/>
          <p:nvPr/>
        </p:nvPicPr>
        <p:blipFill rotWithShape="1">
          <a:blip r:embed="rId2">
            <a:alphaModFix amt="30000"/>
          </a:blip>
          <a:srcRect b="0" l="0" r="0" t="0"/>
          <a:stretch/>
        </p:blipFill>
        <p:spPr>
          <a:xfrm>
            <a:off x="0" y="-1"/>
            <a:ext cx="12192003" cy="685800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69" name="Google Shape;169;p35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</p:grpSpPr>
        <p:sp>
          <p:nvSpPr>
            <p:cNvPr id="170" name="Google Shape;170;p35"/>
            <p:cNvSpPr/>
            <p:nvPr/>
          </p:nvSpPr>
          <p:spPr>
            <a:xfrm>
              <a:off x="1209675" y="4763"/>
              <a:ext cx="23813" cy="2181225"/>
            </a:xfrm>
            <a:prstGeom prst="rect">
              <a:avLst/>
            </a:prstGeom>
            <a:gradFill>
              <a:gsLst>
                <a:gs pos="0">
                  <a:schemeClr val="lt2"/>
                </a:gs>
                <a:gs pos="100000">
                  <a:srgbClr val="0D78C9"/>
                </a:gs>
              </a:gsLst>
              <a:lin ang="54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sp>
          <p:nvSpPr>
            <p:cNvPr id="171" name="Google Shape;171;p35"/>
            <p:cNvSpPr/>
            <p:nvPr/>
          </p:nvSpPr>
          <p:spPr>
            <a:xfrm>
              <a:off x="1128713" y="2176463"/>
              <a:ext cx="190500" cy="190500"/>
            </a:xfrm>
            <a:custGeom>
              <a:rect b="b" l="l" r="r" t="t"/>
              <a:pathLst>
                <a:path extrusionOk="0" h="40" w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0D78C9"/>
                </a:gs>
              </a:gsLst>
              <a:lin ang="54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sp>
          <p:nvSpPr>
            <p:cNvPr id="172" name="Google Shape;172;p35"/>
            <p:cNvSpPr/>
            <p:nvPr/>
          </p:nvSpPr>
          <p:spPr>
            <a:xfrm>
              <a:off x="1123950" y="4021138"/>
              <a:ext cx="190500" cy="188913"/>
            </a:xfrm>
            <a:custGeom>
              <a:rect b="b" l="l" r="r" t="t"/>
              <a:pathLst>
                <a:path extrusionOk="0" h="40" w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0D78C9"/>
                </a:gs>
              </a:gsLst>
              <a:lin ang="54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sp>
          <p:nvSpPr>
            <p:cNvPr id="173" name="Google Shape;173;p35"/>
            <p:cNvSpPr/>
            <p:nvPr/>
          </p:nvSpPr>
          <p:spPr>
            <a:xfrm>
              <a:off x="414338" y="9525"/>
              <a:ext cx="28575" cy="4481513"/>
            </a:xfrm>
            <a:prstGeom prst="rect">
              <a:avLst/>
            </a:prstGeom>
            <a:gradFill>
              <a:gsLst>
                <a:gs pos="0">
                  <a:schemeClr val="lt2"/>
                </a:gs>
                <a:gs pos="100000">
                  <a:srgbClr val="0D78C9"/>
                </a:gs>
              </a:gsLst>
              <a:lin ang="54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sp>
          <p:nvSpPr>
            <p:cNvPr id="174" name="Google Shape;174;p35"/>
            <p:cNvSpPr/>
            <p:nvPr/>
          </p:nvSpPr>
          <p:spPr>
            <a:xfrm>
              <a:off x="333375" y="4481513"/>
              <a:ext cx="190500" cy="190500"/>
            </a:xfrm>
            <a:custGeom>
              <a:rect b="b" l="l" r="r" t="t"/>
              <a:pathLst>
                <a:path extrusionOk="0" h="40" w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0D78C9"/>
                </a:gs>
              </a:gsLst>
              <a:lin ang="54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sp>
          <p:nvSpPr>
            <p:cNvPr id="175" name="Google Shape;175;p35"/>
            <p:cNvSpPr/>
            <p:nvPr/>
          </p:nvSpPr>
          <p:spPr>
            <a:xfrm>
              <a:off x="190500" y="9525"/>
              <a:ext cx="152400" cy="908050"/>
            </a:xfrm>
            <a:custGeom>
              <a:rect b="b" l="l" r="r" t="t"/>
              <a:pathLst>
                <a:path extrusionOk="0" h="572" w="96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0D78C9"/>
                </a:gs>
              </a:gsLst>
              <a:lin ang="54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sp>
          <p:nvSpPr>
            <p:cNvPr id="176" name="Google Shape;176;p35"/>
            <p:cNvSpPr/>
            <p:nvPr/>
          </p:nvSpPr>
          <p:spPr>
            <a:xfrm>
              <a:off x="1290638" y="14288"/>
              <a:ext cx="376238" cy="1801813"/>
            </a:xfrm>
            <a:custGeom>
              <a:rect b="b" l="l" r="r" t="t"/>
              <a:pathLst>
                <a:path extrusionOk="0" h="1135" w="237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0D78C9"/>
                </a:gs>
              </a:gsLst>
              <a:lin ang="54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sp>
          <p:nvSpPr>
            <p:cNvPr id="177" name="Google Shape;177;p35"/>
            <p:cNvSpPr/>
            <p:nvPr/>
          </p:nvSpPr>
          <p:spPr>
            <a:xfrm>
              <a:off x="1600200" y="1801813"/>
              <a:ext cx="190500" cy="188913"/>
            </a:xfrm>
            <a:custGeom>
              <a:rect b="b" l="l" r="r" t="t"/>
              <a:pathLst>
                <a:path extrusionOk="0" h="40" w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0D78C9"/>
                </a:gs>
              </a:gsLst>
              <a:lin ang="54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sp>
          <p:nvSpPr>
            <p:cNvPr id="178" name="Google Shape;178;p35"/>
            <p:cNvSpPr/>
            <p:nvPr/>
          </p:nvSpPr>
          <p:spPr>
            <a:xfrm>
              <a:off x="1381125" y="9525"/>
              <a:ext cx="371475" cy="1425575"/>
            </a:xfrm>
            <a:custGeom>
              <a:rect b="b" l="l" r="r" t="t"/>
              <a:pathLst>
                <a:path extrusionOk="0" h="898" w="234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0D78C9"/>
                </a:gs>
              </a:gsLst>
              <a:lin ang="54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sp>
          <p:nvSpPr>
            <p:cNvPr id="179" name="Google Shape;179;p35"/>
            <p:cNvSpPr/>
            <p:nvPr/>
          </p:nvSpPr>
          <p:spPr>
            <a:xfrm>
              <a:off x="1643063" y="0"/>
              <a:ext cx="152400" cy="912813"/>
            </a:xfrm>
            <a:custGeom>
              <a:rect b="b" l="l" r="r" t="t"/>
              <a:pathLst>
                <a:path extrusionOk="0" h="575" w="96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0D78C9"/>
                </a:gs>
              </a:gsLst>
              <a:lin ang="54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sp>
          <p:nvSpPr>
            <p:cNvPr id="180" name="Google Shape;180;p35"/>
            <p:cNvSpPr/>
            <p:nvPr/>
          </p:nvSpPr>
          <p:spPr>
            <a:xfrm>
              <a:off x="1685925" y="1420813"/>
              <a:ext cx="190500" cy="190500"/>
            </a:xfrm>
            <a:custGeom>
              <a:rect b="b" l="l" r="r" t="t"/>
              <a:pathLst>
                <a:path extrusionOk="0" h="40" w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0D78C9"/>
                </a:gs>
              </a:gsLst>
              <a:lin ang="54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sp>
          <p:nvSpPr>
            <p:cNvPr id="181" name="Google Shape;181;p35"/>
            <p:cNvSpPr/>
            <p:nvPr/>
          </p:nvSpPr>
          <p:spPr>
            <a:xfrm>
              <a:off x="1685925" y="903288"/>
              <a:ext cx="190500" cy="190500"/>
            </a:xfrm>
            <a:custGeom>
              <a:rect b="b" l="l" r="r" t="t"/>
              <a:pathLst>
                <a:path extrusionOk="0" h="40" w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0D78C9"/>
                </a:gs>
              </a:gsLst>
              <a:lin ang="54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sp>
          <p:nvSpPr>
            <p:cNvPr id="182" name="Google Shape;182;p35"/>
            <p:cNvSpPr/>
            <p:nvPr/>
          </p:nvSpPr>
          <p:spPr>
            <a:xfrm>
              <a:off x="1743075" y="4763"/>
              <a:ext cx="419100" cy="522288"/>
            </a:xfrm>
            <a:custGeom>
              <a:rect b="b" l="l" r="r" t="t"/>
              <a:pathLst>
                <a:path extrusionOk="0" h="329" w="264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0D78C9"/>
                </a:gs>
              </a:gsLst>
              <a:lin ang="54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sp>
          <p:nvSpPr>
            <p:cNvPr id="183" name="Google Shape;183;p35"/>
            <p:cNvSpPr/>
            <p:nvPr/>
          </p:nvSpPr>
          <p:spPr>
            <a:xfrm>
              <a:off x="2119313" y="488950"/>
              <a:ext cx="161925" cy="147638"/>
            </a:xfrm>
            <a:custGeom>
              <a:rect b="b" l="l" r="r" t="t"/>
              <a:pathLst>
                <a:path extrusionOk="0" h="31" w="34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0D78C9"/>
                </a:gs>
              </a:gsLst>
              <a:lin ang="54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sp>
          <p:nvSpPr>
            <p:cNvPr id="184" name="Google Shape;184;p35"/>
            <p:cNvSpPr/>
            <p:nvPr/>
          </p:nvSpPr>
          <p:spPr>
            <a:xfrm>
              <a:off x="952500" y="4763"/>
              <a:ext cx="152400" cy="908050"/>
            </a:xfrm>
            <a:custGeom>
              <a:rect b="b" l="l" r="r" t="t"/>
              <a:pathLst>
                <a:path extrusionOk="0" h="572" w="96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0D78C9"/>
                </a:gs>
              </a:gsLst>
              <a:lin ang="54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sp>
          <p:nvSpPr>
            <p:cNvPr id="185" name="Google Shape;185;p35"/>
            <p:cNvSpPr/>
            <p:nvPr/>
          </p:nvSpPr>
          <p:spPr>
            <a:xfrm>
              <a:off x="866775" y="903288"/>
              <a:ext cx="190500" cy="190500"/>
            </a:xfrm>
            <a:custGeom>
              <a:rect b="b" l="l" r="r" t="t"/>
              <a:pathLst>
                <a:path extrusionOk="0" h="40" w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0D78C9"/>
                </a:gs>
              </a:gsLst>
              <a:lin ang="54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sp>
          <p:nvSpPr>
            <p:cNvPr id="186" name="Google Shape;186;p35"/>
            <p:cNvSpPr/>
            <p:nvPr/>
          </p:nvSpPr>
          <p:spPr>
            <a:xfrm>
              <a:off x="890588" y="1554163"/>
              <a:ext cx="190500" cy="190500"/>
            </a:xfrm>
            <a:custGeom>
              <a:rect b="b" l="l" r="r" t="t"/>
              <a:pathLst>
                <a:path extrusionOk="0" h="40" w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0D78C9"/>
                </a:gs>
              </a:gsLst>
              <a:lin ang="54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sp>
          <p:nvSpPr>
            <p:cNvPr id="187" name="Google Shape;187;p35"/>
            <p:cNvSpPr/>
            <p:nvPr/>
          </p:nvSpPr>
          <p:spPr>
            <a:xfrm>
              <a:off x="738188" y="5622925"/>
              <a:ext cx="338138" cy="1216025"/>
            </a:xfrm>
            <a:custGeom>
              <a:rect b="b" l="l" r="r" t="t"/>
              <a:pathLst>
                <a:path extrusionOk="0" h="766" w="213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0D78C9"/>
                </a:gs>
              </a:gsLst>
              <a:lin ang="54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sp>
          <p:nvSpPr>
            <p:cNvPr id="188" name="Google Shape;188;p35"/>
            <p:cNvSpPr/>
            <p:nvPr/>
          </p:nvSpPr>
          <p:spPr>
            <a:xfrm>
              <a:off x="647700" y="5480050"/>
              <a:ext cx="157163" cy="157163"/>
            </a:xfrm>
            <a:custGeom>
              <a:rect b="b" l="l" r="r" t="t"/>
              <a:pathLst>
                <a:path extrusionOk="0" h="33" w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0D78C9"/>
                </a:gs>
              </a:gsLst>
              <a:lin ang="54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sp>
          <p:nvSpPr>
            <p:cNvPr id="189" name="Google Shape;189;p35"/>
            <p:cNvSpPr/>
            <p:nvPr/>
          </p:nvSpPr>
          <p:spPr>
            <a:xfrm>
              <a:off x="66675" y="903288"/>
              <a:ext cx="190500" cy="190500"/>
            </a:xfrm>
            <a:custGeom>
              <a:rect b="b" l="l" r="r" t="t"/>
              <a:pathLst>
                <a:path extrusionOk="0" h="40" w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0D78C9"/>
                </a:gs>
              </a:gsLst>
              <a:lin ang="54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sp>
          <p:nvSpPr>
            <p:cNvPr id="190" name="Google Shape;190;p35"/>
            <p:cNvSpPr/>
            <p:nvPr/>
          </p:nvSpPr>
          <p:spPr>
            <a:xfrm>
              <a:off x="0" y="3897313"/>
              <a:ext cx="133350" cy="266700"/>
            </a:xfrm>
            <a:custGeom>
              <a:rect b="b" l="l" r="r" t="t"/>
              <a:pathLst>
                <a:path extrusionOk="0" h="168" w="84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0D78C9"/>
                </a:gs>
              </a:gsLst>
              <a:lin ang="54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sp>
          <p:nvSpPr>
            <p:cNvPr id="191" name="Google Shape;191;p35"/>
            <p:cNvSpPr/>
            <p:nvPr/>
          </p:nvSpPr>
          <p:spPr>
            <a:xfrm>
              <a:off x="66675" y="4149725"/>
              <a:ext cx="190500" cy="188913"/>
            </a:xfrm>
            <a:custGeom>
              <a:rect b="b" l="l" r="r" t="t"/>
              <a:pathLst>
                <a:path extrusionOk="0" h="40" w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0D78C9"/>
                </a:gs>
              </a:gsLst>
              <a:lin ang="54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sp>
          <p:nvSpPr>
            <p:cNvPr id="192" name="Google Shape;192;p35"/>
            <p:cNvSpPr/>
            <p:nvPr/>
          </p:nvSpPr>
          <p:spPr>
            <a:xfrm>
              <a:off x="0" y="1644650"/>
              <a:ext cx="133350" cy="269875"/>
            </a:xfrm>
            <a:custGeom>
              <a:rect b="b" l="l" r="r" t="t"/>
              <a:pathLst>
                <a:path extrusionOk="0" h="170" w="84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0D78C9"/>
                </a:gs>
              </a:gsLst>
              <a:lin ang="54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sp>
          <p:nvSpPr>
            <p:cNvPr id="193" name="Google Shape;193;p35"/>
            <p:cNvSpPr/>
            <p:nvPr/>
          </p:nvSpPr>
          <p:spPr>
            <a:xfrm>
              <a:off x="66675" y="1468438"/>
              <a:ext cx="190500" cy="190500"/>
            </a:xfrm>
            <a:custGeom>
              <a:rect b="b" l="l" r="r" t="t"/>
              <a:pathLst>
                <a:path extrusionOk="0" h="40" w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0D78C9"/>
                </a:gs>
              </a:gsLst>
              <a:lin ang="54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sp>
          <p:nvSpPr>
            <p:cNvPr id="194" name="Google Shape;194;p35"/>
            <p:cNvSpPr/>
            <p:nvPr/>
          </p:nvSpPr>
          <p:spPr>
            <a:xfrm>
              <a:off x="695325" y="4763"/>
              <a:ext cx="309563" cy="1558925"/>
            </a:xfrm>
            <a:custGeom>
              <a:rect b="b" l="l" r="r" t="t"/>
              <a:pathLst>
                <a:path extrusionOk="0" h="982" w="195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0D78C9"/>
                </a:gs>
              </a:gsLst>
              <a:lin ang="54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sp>
          <p:nvSpPr>
            <p:cNvPr id="195" name="Google Shape;195;p35"/>
            <p:cNvSpPr/>
            <p:nvPr/>
          </p:nvSpPr>
          <p:spPr>
            <a:xfrm>
              <a:off x="57150" y="4881563"/>
              <a:ext cx="190500" cy="188913"/>
            </a:xfrm>
            <a:custGeom>
              <a:rect b="b" l="l" r="r" t="t"/>
              <a:pathLst>
                <a:path extrusionOk="0" h="40" w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0D78C9"/>
                </a:gs>
              </a:gsLst>
              <a:lin ang="54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sp>
          <p:nvSpPr>
            <p:cNvPr id="196" name="Google Shape;196;p35"/>
            <p:cNvSpPr/>
            <p:nvPr/>
          </p:nvSpPr>
          <p:spPr>
            <a:xfrm>
              <a:off x="138113" y="5060950"/>
              <a:ext cx="304800" cy="1778000"/>
            </a:xfrm>
            <a:custGeom>
              <a:rect b="b" l="l" r="r" t="t"/>
              <a:pathLst>
                <a:path extrusionOk="0" h="1120" w="192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0D78C9"/>
                </a:gs>
              </a:gsLst>
              <a:lin ang="54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sp>
          <p:nvSpPr>
            <p:cNvPr id="197" name="Google Shape;197;p35"/>
            <p:cNvSpPr/>
            <p:nvPr/>
          </p:nvSpPr>
          <p:spPr>
            <a:xfrm>
              <a:off x="561975" y="6430963"/>
              <a:ext cx="190500" cy="188913"/>
            </a:xfrm>
            <a:custGeom>
              <a:rect b="b" l="l" r="r" t="t"/>
              <a:pathLst>
                <a:path extrusionOk="0" h="40" w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0D78C9"/>
                </a:gs>
              </a:gsLst>
              <a:lin ang="54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sp>
          <p:nvSpPr>
            <p:cNvPr id="198" name="Google Shape;198;p35"/>
            <p:cNvSpPr/>
            <p:nvPr/>
          </p:nvSpPr>
          <p:spPr>
            <a:xfrm>
              <a:off x="642938" y="6610350"/>
              <a:ext cx="23813" cy="242888"/>
            </a:xfrm>
            <a:prstGeom prst="rect">
              <a:avLst/>
            </a:prstGeom>
            <a:gradFill>
              <a:gsLst>
                <a:gs pos="0">
                  <a:schemeClr val="lt2"/>
                </a:gs>
                <a:gs pos="100000">
                  <a:srgbClr val="0D78C9"/>
                </a:gs>
              </a:gsLst>
              <a:lin ang="54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sp>
          <p:nvSpPr>
            <p:cNvPr id="199" name="Google Shape;199;p35"/>
            <p:cNvSpPr/>
            <p:nvPr/>
          </p:nvSpPr>
          <p:spPr>
            <a:xfrm>
              <a:off x="76200" y="6430963"/>
              <a:ext cx="190500" cy="188913"/>
            </a:xfrm>
            <a:custGeom>
              <a:rect b="b" l="l" r="r" t="t"/>
              <a:pathLst>
                <a:path extrusionOk="0" h="40" w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0D78C9"/>
                </a:gs>
              </a:gsLst>
              <a:lin ang="54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sp>
          <p:nvSpPr>
            <p:cNvPr id="200" name="Google Shape;200;p35"/>
            <p:cNvSpPr/>
            <p:nvPr/>
          </p:nvSpPr>
          <p:spPr>
            <a:xfrm>
              <a:off x="0" y="5978525"/>
              <a:ext cx="190500" cy="461963"/>
            </a:xfrm>
            <a:custGeom>
              <a:rect b="b" l="l" r="r" t="t"/>
              <a:pathLst>
                <a:path extrusionOk="0" h="291" w="120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0D78C9"/>
                </a:gs>
              </a:gsLst>
              <a:lin ang="54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sp>
          <p:nvSpPr>
            <p:cNvPr id="201" name="Google Shape;201;p35"/>
            <p:cNvSpPr/>
            <p:nvPr/>
          </p:nvSpPr>
          <p:spPr>
            <a:xfrm>
              <a:off x="1014413" y="1801813"/>
              <a:ext cx="214313" cy="755650"/>
            </a:xfrm>
            <a:custGeom>
              <a:rect b="b" l="l" r="r" t="t"/>
              <a:pathLst>
                <a:path extrusionOk="0" h="476" w="135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0D78C9"/>
                </a:gs>
              </a:gsLst>
              <a:lin ang="54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sp>
          <p:nvSpPr>
            <p:cNvPr id="202" name="Google Shape;202;p35"/>
            <p:cNvSpPr/>
            <p:nvPr/>
          </p:nvSpPr>
          <p:spPr>
            <a:xfrm>
              <a:off x="938213" y="2547938"/>
              <a:ext cx="166688" cy="160338"/>
            </a:xfrm>
            <a:custGeom>
              <a:rect b="b" l="l" r="r" t="t"/>
              <a:pathLst>
                <a:path extrusionOk="0" h="34" w="35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0D78C9"/>
                </a:gs>
              </a:gsLst>
              <a:lin ang="54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sp>
          <p:nvSpPr>
            <p:cNvPr id="203" name="Google Shape;203;p35"/>
            <p:cNvSpPr/>
            <p:nvPr/>
          </p:nvSpPr>
          <p:spPr>
            <a:xfrm>
              <a:off x="595313" y="4763"/>
              <a:ext cx="638175" cy="4025900"/>
            </a:xfrm>
            <a:custGeom>
              <a:rect b="b" l="l" r="r" t="t"/>
              <a:pathLst>
                <a:path extrusionOk="0" h="2536" w="402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0D78C9"/>
                </a:gs>
              </a:gsLst>
              <a:lin ang="54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sp>
          <p:nvSpPr>
            <p:cNvPr id="204" name="Google Shape;204;p35"/>
            <p:cNvSpPr/>
            <p:nvPr/>
          </p:nvSpPr>
          <p:spPr>
            <a:xfrm>
              <a:off x="1223963" y="1382713"/>
              <a:ext cx="142875" cy="476250"/>
            </a:xfrm>
            <a:custGeom>
              <a:rect b="b" l="l" r="r" t="t"/>
              <a:pathLst>
                <a:path extrusionOk="0" h="300" w="9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0D78C9"/>
                </a:gs>
              </a:gsLst>
              <a:lin ang="54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sp>
          <p:nvSpPr>
            <p:cNvPr id="205" name="Google Shape;205;p35"/>
            <p:cNvSpPr/>
            <p:nvPr/>
          </p:nvSpPr>
          <p:spPr>
            <a:xfrm>
              <a:off x="1300163" y="1849438"/>
              <a:ext cx="109538" cy="107950"/>
            </a:xfrm>
            <a:custGeom>
              <a:rect b="b" l="l" r="r" t="t"/>
              <a:pathLst>
                <a:path extrusionOk="0" h="23" w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0D78C9"/>
                </a:gs>
              </a:gsLst>
              <a:lin ang="54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sp>
          <p:nvSpPr>
            <p:cNvPr id="206" name="Google Shape;206;p35"/>
            <p:cNvSpPr/>
            <p:nvPr/>
          </p:nvSpPr>
          <p:spPr>
            <a:xfrm>
              <a:off x="280988" y="3417888"/>
              <a:ext cx="142875" cy="474663"/>
            </a:xfrm>
            <a:custGeom>
              <a:rect b="b" l="l" r="r" t="t"/>
              <a:pathLst>
                <a:path extrusionOk="0" h="299" w="90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0D78C9"/>
                </a:gs>
              </a:gsLst>
              <a:lin ang="54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sp>
          <p:nvSpPr>
            <p:cNvPr id="207" name="Google Shape;207;p35"/>
            <p:cNvSpPr/>
            <p:nvPr/>
          </p:nvSpPr>
          <p:spPr>
            <a:xfrm>
              <a:off x="238125" y="3883025"/>
              <a:ext cx="109538" cy="109538"/>
            </a:xfrm>
            <a:custGeom>
              <a:rect b="b" l="l" r="r" t="t"/>
              <a:pathLst>
                <a:path extrusionOk="0" h="23" w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0D78C9"/>
                </a:gs>
              </a:gsLst>
              <a:lin ang="54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sp>
          <p:nvSpPr>
            <p:cNvPr id="208" name="Google Shape;208;p35"/>
            <p:cNvSpPr/>
            <p:nvPr/>
          </p:nvSpPr>
          <p:spPr>
            <a:xfrm>
              <a:off x="4763" y="2166938"/>
              <a:ext cx="114300" cy="452438"/>
            </a:xfrm>
            <a:custGeom>
              <a:rect b="b" l="l" r="r" t="t"/>
              <a:pathLst>
                <a:path extrusionOk="0" h="285" w="72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0D78C9"/>
                </a:gs>
              </a:gsLst>
              <a:lin ang="54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sp>
          <p:nvSpPr>
            <p:cNvPr id="209" name="Google Shape;209;p35"/>
            <p:cNvSpPr/>
            <p:nvPr/>
          </p:nvSpPr>
          <p:spPr>
            <a:xfrm>
              <a:off x="52388" y="2066925"/>
              <a:ext cx="109538" cy="109538"/>
            </a:xfrm>
            <a:custGeom>
              <a:rect b="b" l="l" r="r" t="t"/>
              <a:pathLst>
                <a:path extrusionOk="0" h="23" w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0D78C9"/>
                </a:gs>
              </a:gsLst>
              <a:lin ang="54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sp>
          <p:nvSpPr>
            <p:cNvPr id="210" name="Google Shape;210;p35"/>
            <p:cNvSpPr/>
            <p:nvPr/>
          </p:nvSpPr>
          <p:spPr>
            <a:xfrm>
              <a:off x="1228725" y="4662488"/>
              <a:ext cx="23813" cy="2181225"/>
            </a:xfrm>
            <a:prstGeom prst="rect">
              <a:avLst/>
            </a:prstGeom>
            <a:gradFill>
              <a:gsLst>
                <a:gs pos="0">
                  <a:schemeClr val="lt2"/>
                </a:gs>
                <a:gs pos="100000">
                  <a:srgbClr val="0D78C9"/>
                </a:gs>
              </a:gsLst>
              <a:lin ang="54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sp>
          <p:nvSpPr>
            <p:cNvPr id="211" name="Google Shape;211;p35"/>
            <p:cNvSpPr/>
            <p:nvPr/>
          </p:nvSpPr>
          <p:spPr>
            <a:xfrm>
              <a:off x="1319213" y="5041900"/>
              <a:ext cx="371475" cy="1801813"/>
            </a:xfrm>
            <a:custGeom>
              <a:rect b="b" l="l" r="r" t="t"/>
              <a:pathLst>
                <a:path extrusionOk="0" h="1135" w="234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0D78C9"/>
                </a:gs>
              </a:gsLst>
              <a:lin ang="54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sp>
          <p:nvSpPr>
            <p:cNvPr id="212" name="Google Shape;212;p35"/>
            <p:cNvSpPr/>
            <p:nvPr/>
          </p:nvSpPr>
          <p:spPr>
            <a:xfrm>
              <a:off x="1147763" y="4481513"/>
              <a:ext cx="190500" cy="190500"/>
            </a:xfrm>
            <a:custGeom>
              <a:rect b="b" l="l" r="r" t="t"/>
              <a:pathLst>
                <a:path extrusionOk="0" h="40" w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0D78C9"/>
                </a:gs>
              </a:gsLst>
              <a:lin ang="54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sp>
          <p:nvSpPr>
            <p:cNvPr id="213" name="Google Shape;213;p35"/>
            <p:cNvSpPr/>
            <p:nvPr/>
          </p:nvSpPr>
          <p:spPr>
            <a:xfrm>
              <a:off x="819150" y="3983038"/>
              <a:ext cx="347663" cy="2860675"/>
            </a:xfrm>
            <a:custGeom>
              <a:rect b="b" l="l" r="r" t="t"/>
              <a:pathLst>
                <a:path extrusionOk="0" h="1802" w="219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0D78C9"/>
                </a:gs>
              </a:gsLst>
              <a:lin ang="54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sp>
          <p:nvSpPr>
            <p:cNvPr id="214" name="Google Shape;214;p35"/>
            <p:cNvSpPr/>
            <p:nvPr/>
          </p:nvSpPr>
          <p:spPr>
            <a:xfrm>
              <a:off x="728663" y="3806825"/>
              <a:ext cx="190500" cy="190500"/>
            </a:xfrm>
            <a:custGeom>
              <a:rect b="b" l="l" r="r" t="t"/>
              <a:pathLst>
                <a:path extrusionOk="0" h="40" w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0D78C9"/>
                </a:gs>
              </a:gsLst>
              <a:lin ang="54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sp>
          <p:nvSpPr>
            <p:cNvPr id="215" name="Google Shape;215;p35"/>
            <p:cNvSpPr/>
            <p:nvPr/>
          </p:nvSpPr>
          <p:spPr>
            <a:xfrm>
              <a:off x="1624013" y="4867275"/>
              <a:ext cx="190500" cy="188913"/>
            </a:xfrm>
            <a:custGeom>
              <a:rect b="b" l="l" r="r" t="t"/>
              <a:pathLst>
                <a:path extrusionOk="0" h="40" w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0D78C9"/>
                </a:gs>
              </a:gsLst>
              <a:lin ang="54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sp>
          <p:nvSpPr>
            <p:cNvPr id="216" name="Google Shape;216;p35"/>
            <p:cNvSpPr/>
            <p:nvPr/>
          </p:nvSpPr>
          <p:spPr>
            <a:xfrm>
              <a:off x="1404938" y="5422900"/>
              <a:ext cx="371475" cy="1425575"/>
            </a:xfrm>
            <a:custGeom>
              <a:rect b="b" l="l" r="r" t="t"/>
              <a:pathLst>
                <a:path extrusionOk="0" h="898" w="234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0D78C9"/>
                </a:gs>
              </a:gsLst>
              <a:lin ang="54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sp>
          <p:nvSpPr>
            <p:cNvPr id="217" name="Google Shape;217;p35"/>
            <p:cNvSpPr/>
            <p:nvPr/>
          </p:nvSpPr>
          <p:spPr>
            <a:xfrm>
              <a:off x="1666875" y="5945188"/>
              <a:ext cx="152400" cy="912813"/>
            </a:xfrm>
            <a:custGeom>
              <a:rect b="b" l="l" r="r" t="t"/>
              <a:pathLst>
                <a:path extrusionOk="0" h="575" w="96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0D78C9"/>
                </a:gs>
              </a:gsLst>
              <a:lin ang="54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sp>
          <p:nvSpPr>
            <p:cNvPr id="218" name="Google Shape;218;p35"/>
            <p:cNvSpPr/>
            <p:nvPr/>
          </p:nvSpPr>
          <p:spPr>
            <a:xfrm>
              <a:off x="1709738" y="5246688"/>
              <a:ext cx="190500" cy="190500"/>
            </a:xfrm>
            <a:custGeom>
              <a:rect b="b" l="l" r="r" t="t"/>
              <a:pathLst>
                <a:path extrusionOk="0" h="40" w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0D78C9"/>
                </a:gs>
              </a:gsLst>
              <a:lin ang="54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sp>
          <p:nvSpPr>
            <p:cNvPr id="219" name="Google Shape;219;p35"/>
            <p:cNvSpPr/>
            <p:nvPr/>
          </p:nvSpPr>
          <p:spPr>
            <a:xfrm>
              <a:off x="1709738" y="5764213"/>
              <a:ext cx="190500" cy="190500"/>
            </a:xfrm>
            <a:custGeom>
              <a:rect b="b" l="l" r="r" t="t"/>
              <a:pathLst>
                <a:path extrusionOk="0" h="40" w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0D78C9"/>
                </a:gs>
              </a:gsLst>
              <a:lin ang="54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sp>
          <p:nvSpPr>
            <p:cNvPr id="220" name="Google Shape;220;p35"/>
            <p:cNvSpPr/>
            <p:nvPr/>
          </p:nvSpPr>
          <p:spPr>
            <a:xfrm>
              <a:off x="1766888" y="6330950"/>
              <a:ext cx="419100" cy="527050"/>
            </a:xfrm>
            <a:custGeom>
              <a:rect b="b" l="l" r="r" t="t"/>
              <a:pathLst>
                <a:path extrusionOk="0" h="332" w="264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0D78C9"/>
                </a:gs>
              </a:gsLst>
              <a:lin ang="54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sp>
          <p:nvSpPr>
            <p:cNvPr id="221" name="Google Shape;221;p35"/>
            <p:cNvSpPr/>
            <p:nvPr/>
          </p:nvSpPr>
          <p:spPr>
            <a:xfrm>
              <a:off x="2147888" y="6221413"/>
              <a:ext cx="157163" cy="147638"/>
            </a:xfrm>
            <a:custGeom>
              <a:rect b="b" l="l" r="r" t="t"/>
              <a:pathLst>
                <a:path extrusionOk="0" h="31" w="33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0D78C9"/>
                </a:gs>
              </a:gsLst>
              <a:lin ang="54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sp>
          <p:nvSpPr>
            <p:cNvPr id="222" name="Google Shape;222;p35"/>
            <p:cNvSpPr/>
            <p:nvPr/>
          </p:nvSpPr>
          <p:spPr>
            <a:xfrm>
              <a:off x="504825" y="9525"/>
              <a:ext cx="233363" cy="5103813"/>
            </a:xfrm>
            <a:custGeom>
              <a:rect b="b" l="l" r="r" t="t"/>
              <a:pathLst>
                <a:path extrusionOk="0" h="3215" w="147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0D78C9"/>
                </a:gs>
              </a:gsLst>
              <a:lin ang="54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sp>
          <p:nvSpPr>
            <p:cNvPr id="223" name="Google Shape;223;p35"/>
            <p:cNvSpPr/>
            <p:nvPr/>
          </p:nvSpPr>
          <p:spPr>
            <a:xfrm>
              <a:off x="633413" y="5103813"/>
              <a:ext cx="185738" cy="185738"/>
            </a:xfrm>
            <a:custGeom>
              <a:rect b="b" l="l" r="r" t="t"/>
              <a:pathLst>
                <a:path extrusionOk="0" h="39" w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0D78C9"/>
                </a:gs>
              </a:gsLst>
              <a:lin ang="54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</p:grpSp>
      <p:sp>
        <p:nvSpPr>
          <p:cNvPr id="224" name="Google Shape;224;p35"/>
          <p:cNvSpPr txBox="1"/>
          <p:nvPr>
            <p:ph type="ctrTitle"/>
          </p:nvPr>
        </p:nvSpPr>
        <p:spPr>
          <a:xfrm>
            <a:off x="1876424" y="1122363"/>
            <a:ext cx="8791575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Twentieth Century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5" name="Google Shape;225;p35"/>
          <p:cNvSpPr txBox="1"/>
          <p:nvPr>
            <p:ph idx="1" type="subTitle"/>
          </p:nvPr>
        </p:nvSpPr>
        <p:spPr>
          <a:xfrm>
            <a:off x="1876424" y="3602038"/>
            <a:ext cx="8791575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2500"/>
              <a:buNone/>
              <a:defRPr sz="2000" cap="none">
                <a:solidFill>
                  <a:schemeClr val="lt2"/>
                </a:solidFill>
              </a:defRPr>
            </a:lvl1pPr>
            <a:lvl2pPr lvl="1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000"/>
            </a:lvl2pPr>
            <a:lvl3pPr lvl="2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None/>
              <a:defRPr sz="1800"/>
            </a:lvl3pPr>
            <a:lvl4pPr lvl="3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1600"/>
            </a:lvl4pPr>
            <a:lvl5pPr lvl="4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1600"/>
            </a:lvl5pPr>
            <a:lvl6pPr lvl="5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1600"/>
            </a:lvl6pPr>
            <a:lvl7pPr lvl="6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1600"/>
            </a:lvl7pPr>
            <a:lvl8pPr lvl="7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1600"/>
            </a:lvl8pPr>
            <a:lvl9pPr lvl="8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1600"/>
            </a:lvl9pPr>
          </a:lstStyle>
          <a:p/>
        </p:txBody>
      </p:sp>
      <p:sp>
        <p:nvSpPr>
          <p:cNvPr id="226" name="Google Shape;226;p35"/>
          <p:cNvSpPr txBox="1"/>
          <p:nvPr>
            <p:ph idx="10" type="dt"/>
          </p:nvPr>
        </p:nvSpPr>
        <p:spPr>
          <a:xfrm>
            <a:off x="7077511" y="541020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7" name="Google Shape;227;p35"/>
          <p:cNvSpPr txBox="1"/>
          <p:nvPr>
            <p:ph idx="11" type="ftr"/>
          </p:nvPr>
        </p:nvSpPr>
        <p:spPr>
          <a:xfrm>
            <a:off x="1876424" y="5410201"/>
            <a:ext cx="512488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8" name="Google Shape;228;p35"/>
          <p:cNvSpPr txBox="1"/>
          <p:nvPr>
            <p:ph idx="12" type="sldNum"/>
          </p:nvPr>
        </p:nvSpPr>
        <p:spPr>
          <a:xfrm>
            <a:off x="9896911" y="5410199"/>
            <a:ext cx="77108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cabezado de sección" type="secHead">
  <p:cSld name="SECTION_HEADER"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38"/>
          <p:cNvSpPr txBox="1"/>
          <p:nvPr>
            <p:ph type="title"/>
          </p:nvPr>
        </p:nvSpPr>
        <p:spPr>
          <a:xfrm>
            <a:off x="1141411" y="1419226"/>
            <a:ext cx="99060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Twentieth Century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1" name="Google Shape;231;p38"/>
          <p:cNvSpPr txBox="1"/>
          <p:nvPr>
            <p:ph idx="1" type="body"/>
          </p:nvPr>
        </p:nvSpPr>
        <p:spPr>
          <a:xfrm>
            <a:off x="1141411" y="4424362"/>
            <a:ext cx="9906000" cy="137477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250"/>
              <a:buNone/>
              <a:defRPr sz="1800" cap="none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None/>
              <a:defRPr sz="1800">
                <a:solidFill>
                  <a:schemeClr val="lt1"/>
                </a:solidFill>
              </a:defRPr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None/>
              <a:defRPr sz="1800">
                <a:solidFill>
                  <a:schemeClr val="lt1"/>
                </a:solidFill>
              </a:defRPr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1600">
                <a:solidFill>
                  <a:schemeClr val="lt1"/>
                </a:solidFill>
              </a:defRPr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1600">
                <a:solidFill>
                  <a:schemeClr val="lt1"/>
                </a:solidFill>
              </a:defRPr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1600">
                <a:solidFill>
                  <a:schemeClr val="lt1"/>
                </a:solidFill>
              </a:defRPr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1600">
                <a:solidFill>
                  <a:schemeClr val="lt1"/>
                </a:solidFill>
              </a:defRPr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1600">
                <a:solidFill>
                  <a:schemeClr val="lt1"/>
                </a:solidFill>
              </a:defRPr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32" name="Google Shape;232;p38"/>
          <p:cNvSpPr txBox="1"/>
          <p:nvPr>
            <p:ph idx="10" type="dt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3" name="Google Shape;233;p38"/>
          <p:cNvSpPr txBox="1"/>
          <p:nvPr>
            <p:ph idx="11" type="ftr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4" name="Google Shape;234;p38"/>
          <p:cNvSpPr txBox="1"/>
          <p:nvPr>
            <p:ph idx="12" type="sldNum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os objetos" type="twoObj">
  <p:cSld name="TWO_OBJECTS"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39"/>
          <p:cNvSpPr txBox="1"/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7" name="Google Shape;237;p39"/>
          <p:cNvSpPr txBox="1"/>
          <p:nvPr>
            <p:ph idx="1" type="body"/>
          </p:nvPr>
        </p:nvSpPr>
        <p:spPr>
          <a:xfrm>
            <a:off x="1141410" y="2249486"/>
            <a:ext cx="4878389" cy="35417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71475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1pPr>
            <a:lvl2pPr indent="-371475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2pPr>
            <a:lvl3pPr indent="-371475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3pPr>
            <a:lvl4pPr indent="-371475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4pPr>
            <a:lvl5pPr indent="-371475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5pPr>
            <a:lvl6pPr indent="-371475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6pPr>
            <a:lvl7pPr indent="-371475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7pPr>
            <a:lvl8pPr indent="-371475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8pPr>
            <a:lvl9pPr indent="-371475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9pPr>
          </a:lstStyle>
          <a:p/>
        </p:txBody>
      </p:sp>
      <p:sp>
        <p:nvSpPr>
          <p:cNvPr id="238" name="Google Shape;238;p39"/>
          <p:cNvSpPr txBox="1"/>
          <p:nvPr>
            <p:ph idx="2" type="body"/>
          </p:nvPr>
        </p:nvSpPr>
        <p:spPr>
          <a:xfrm>
            <a:off x="6172200" y="2249486"/>
            <a:ext cx="4875211" cy="35417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71475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1pPr>
            <a:lvl2pPr indent="-371475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2pPr>
            <a:lvl3pPr indent="-371475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3pPr>
            <a:lvl4pPr indent="-371475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4pPr>
            <a:lvl5pPr indent="-371475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5pPr>
            <a:lvl6pPr indent="-371475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6pPr>
            <a:lvl7pPr indent="-371475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7pPr>
            <a:lvl8pPr indent="-371475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8pPr>
            <a:lvl9pPr indent="-371475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9pPr>
          </a:lstStyle>
          <a:p/>
        </p:txBody>
      </p:sp>
      <p:sp>
        <p:nvSpPr>
          <p:cNvPr id="239" name="Google Shape;239;p39"/>
          <p:cNvSpPr txBox="1"/>
          <p:nvPr>
            <p:ph idx="10" type="dt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0" name="Google Shape;240;p39"/>
          <p:cNvSpPr txBox="1"/>
          <p:nvPr>
            <p:ph idx="11" type="ftr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1" name="Google Shape;241;p39"/>
          <p:cNvSpPr txBox="1"/>
          <p:nvPr>
            <p:ph idx="12" type="sldNum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ción" type="twoTxTwoObj">
  <p:cSld name="TWO_OBJECTS_WITH_TEXT"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40"/>
          <p:cNvSpPr txBox="1"/>
          <p:nvPr>
            <p:ph type="title"/>
          </p:nvPr>
        </p:nvSpPr>
        <p:spPr>
          <a:xfrm>
            <a:off x="1141411" y="619126"/>
            <a:ext cx="9906000" cy="147796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4" name="Google Shape;244;p40"/>
          <p:cNvSpPr txBox="1"/>
          <p:nvPr>
            <p:ph idx="1" type="body"/>
          </p:nvPr>
        </p:nvSpPr>
        <p:spPr>
          <a:xfrm>
            <a:off x="1370019" y="2249486"/>
            <a:ext cx="4649783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0" sz="2400" cap="none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b="1" sz="20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None/>
              <a:defRPr b="1" sz="18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16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16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16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16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16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1600"/>
            </a:lvl9pPr>
          </a:lstStyle>
          <a:p/>
        </p:txBody>
      </p:sp>
      <p:sp>
        <p:nvSpPr>
          <p:cNvPr id="245" name="Google Shape;245;p40"/>
          <p:cNvSpPr txBox="1"/>
          <p:nvPr>
            <p:ph idx="2" type="body"/>
          </p:nvPr>
        </p:nvSpPr>
        <p:spPr>
          <a:xfrm>
            <a:off x="1141410" y="3073397"/>
            <a:ext cx="4878391" cy="27178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71475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1pPr>
            <a:lvl2pPr indent="-371475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2pPr>
            <a:lvl3pPr indent="-371475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3pPr>
            <a:lvl4pPr indent="-371475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4pPr>
            <a:lvl5pPr indent="-371475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5pPr>
            <a:lvl6pPr indent="-371475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6pPr>
            <a:lvl7pPr indent="-371475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7pPr>
            <a:lvl8pPr indent="-371475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8pPr>
            <a:lvl9pPr indent="-371475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9pPr>
          </a:lstStyle>
          <a:p/>
        </p:txBody>
      </p:sp>
      <p:sp>
        <p:nvSpPr>
          <p:cNvPr id="246" name="Google Shape;246;p40"/>
          <p:cNvSpPr txBox="1"/>
          <p:nvPr>
            <p:ph idx="3" type="body"/>
          </p:nvPr>
        </p:nvSpPr>
        <p:spPr>
          <a:xfrm>
            <a:off x="6400808" y="2249485"/>
            <a:ext cx="4646602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0" sz="2400" cap="none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b="1" sz="20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None/>
              <a:defRPr b="1" sz="18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16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16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16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16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16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1600"/>
            </a:lvl9pPr>
          </a:lstStyle>
          <a:p/>
        </p:txBody>
      </p:sp>
      <p:sp>
        <p:nvSpPr>
          <p:cNvPr id="247" name="Google Shape;247;p40"/>
          <p:cNvSpPr txBox="1"/>
          <p:nvPr>
            <p:ph idx="4" type="body"/>
          </p:nvPr>
        </p:nvSpPr>
        <p:spPr>
          <a:xfrm>
            <a:off x="6172200" y="3073397"/>
            <a:ext cx="4875210" cy="27178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71475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1pPr>
            <a:lvl2pPr indent="-371475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2pPr>
            <a:lvl3pPr indent="-371475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3pPr>
            <a:lvl4pPr indent="-371475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4pPr>
            <a:lvl5pPr indent="-371475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5pPr>
            <a:lvl6pPr indent="-371475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6pPr>
            <a:lvl7pPr indent="-371475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7pPr>
            <a:lvl8pPr indent="-371475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8pPr>
            <a:lvl9pPr indent="-371475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9pPr>
          </a:lstStyle>
          <a:p/>
        </p:txBody>
      </p:sp>
      <p:sp>
        <p:nvSpPr>
          <p:cNvPr id="248" name="Google Shape;248;p40"/>
          <p:cNvSpPr txBox="1"/>
          <p:nvPr>
            <p:ph idx="10" type="dt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9" name="Google Shape;249;p40"/>
          <p:cNvSpPr txBox="1"/>
          <p:nvPr>
            <p:ph idx="11" type="ftr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0" name="Google Shape;250;p40"/>
          <p:cNvSpPr txBox="1"/>
          <p:nvPr>
            <p:ph idx="12" type="sldNum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lo el título" type="titleOnly">
  <p:cSld name="TITLE_ONLY"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41"/>
          <p:cNvSpPr txBox="1"/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3" name="Google Shape;253;p41"/>
          <p:cNvSpPr txBox="1"/>
          <p:nvPr>
            <p:ph idx="10" type="dt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4" name="Google Shape;254;p41"/>
          <p:cNvSpPr txBox="1"/>
          <p:nvPr>
            <p:ph idx="11" type="ftr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5" name="Google Shape;255;p41"/>
          <p:cNvSpPr txBox="1"/>
          <p:nvPr>
            <p:ph idx="12" type="sldNum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 blanco" type="blank">
  <p:cSld name="BLANK"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42"/>
          <p:cNvSpPr txBox="1"/>
          <p:nvPr>
            <p:ph idx="10" type="dt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8" name="Google Shape;258;p42"/>
          <p:cNvSpPr txBox="1"/>
          <p:nvPr>
            <p:ph idx="11" type="ftr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9" name="Google Shape;259;p42"/>
          <p:cNvSpPr txBox="1"/>
          <p:nvPr>
            <p:ph idx="12" type="sldNum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ido con título" type="objTx">
  <p:cSld name="OBJECT_WITH_CAPTION_TEXT"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43"/>
          <p:cNvSpPr txBox="1"/>
          <p:nvPr>
            <p:ph type="title"/>
          </p:nvPr>
        </p:nvSpPr>
        <p:spPr>
          <a:xfrm>
            <a:off x="1146705" y="609601"/>
            <a:ext cx="3856037" cy="163988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Twentieth Centur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2" name="Google Shape;262;p43"/>
          <p:cNvSpPr txBox="1"/>
          <p:nvPr>
            <p:ph idx="1" type="body"/>
          </p:nvPr>
        </p:nvSpPr>
        <p:spPr>
          <a:xfrm>
            <a:off x="5156200" y="592666"/>
            <a:ext cx="5891209" cy="519853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371475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1pPr>
            <a:lvl2pPr indent="-371475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2pPr>
            <a:lvl3pPr indent="-371475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3pPr>
            <a:lvl4pPr indent="-371475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4pPr>
            <a:lvl5pPr indent="-371475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5pPr>
            <a:lvl6pPr indent="-371475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6pPr>
            <a:lvl7pPr indent="-371475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7pPr>
            <a:lvl8pPr indent="-371475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8pPr>
            <a:lvl9pPr indent="-371475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9pPr>
          </a:lstStyle>
          <a:p/>
        </p:txBody>
      </p:sp>
      <p:sp>
        <p:nvSpPr>
          <p:cNvPr id="263" name="Google Shape;263;p43"/>
          <p:cNvSpPr txBox="1"/>
          <p:nvPr>
            <p:ph idx="2" type="body"/>
          </p:nvPr>
        </p:nvSpPr>
        <p:spPr>
          <a:xfrm>
            <a:off x="1146705" y="2249486"/>
            <a:ext cx="3856037" cy="35417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1600"/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750"/>
              <a:buNone/>
              <a:defRPr sz="14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2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None/>
              <a:defRPr sz="10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None/>
              <a:defRPr sz="10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None/>
              <a:defRPr sz="10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None/>
              <a:defRPr sz="10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None/>
              <a:defRPr sz="10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None/>
              <a:defRPr sz="1000"/>
            </a:lvl9pPr>
          </a:lstStyle>
          <a:p/>
        </p:txBody>
      </p:sp>
      <p:sp>
        <p:nvSpPr>
          <p:cNvPr id="264" name="Google Shape;264;p43"/>
          <p:cNvSpPr txBox="1"/>
          <p:nvPr>
            <p:ph idx="10" type="dt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5" name="Google Shape;265;p43"/>
          <p:cNvSpPr txBox="1"/>
          <p:nvPr>
            <p:ph idx="11" type="ftr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6" name="Google Shape;266;p43"/>
          <p:cNvSpPr txBox="1"/>
          <p:nvPr>
            <p:ph idx="12" type="sldNum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n con título" type="picTx">
  <p:cSld name="PICTURE_WITH_CAPTION_TEXT"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44"/>
          <p:cNvSpPr txBox="1"/>
          <p:nvPr>
            <p:ph type="title"/>
          </p:nvPr>
        </p:nvSpPr>
        <p:spPr>
          <a:xfrm>
            <a:off x="1141413" y="609600"/>
            <a:ext cx="5934508" cy="163988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Twentieth Centur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9" name="Google Shape;269;p44"/>
          <p:cNvSpPr/>
          <p:nvPr>
            <p:ph idx="2" type="pic"/>
          </p:nvPr>
        </p:nvSpPr>
        <p:spPr>
          <a:xfrm>
            <a:off x="7380721" y="609601"/>
            <a:ext cx="3666690" cy="5181599"/>
          </a:xfrm>
          <a:prstGeom prst="round2DiagRect">
            <a:avLst>
              <a:gd fmla="val 5608" name="adj1"/>
              <a:gd fmla="val 0" name="adj2"/>
            </a:avLst>
          </a:prstGeom>
          <a:noFill/>
          <a:ln cap="sq" cmpd="sng" w="19050">
            <a:solidFill>
              <a:srgbClr val="D1E9FB">
                <a:alpha val="60000"/>
              </a:srgbClr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88900" rotWithShape="0" algn="t" dir="5400000" dist="38100">
              <a:srgbClr val="000000">
                <a:alpha val="40000"/>
              </a:srgbClr>
            </a:outerShdw>
          </a:effectLst>
        </p:spPr>
      </p:sp>
      <p:sp>
        <p:nvSpPr>
          <p:cNvPr id="270" name="Google Shape;270;p44"/>
          <p:cNvSpPr txBox="1"/>
          <p:nvPr>
            <p:ph idx="1" type="body"/>
          </p:nvPr>
        </p:nvSpPr>
        <p:spPr>
          <a:xfrm>
            <a:off x="1141410" y="2249486"/>
            <a:ext cx="5934511" cy="35417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1600"/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750"/>
              <a:buNone/>
              <a:defRPr sz="14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2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None/>
              <a:defRPr sz="10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None/>
              <a:defRPr sz="10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None/>
              <a:defRPr sz="10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None/>
              <a:defRPr sz="10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None/>
              <a:defRPr sz="10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None/>
              <a:defRPr sz="1000"/>
            </a:lvl9pPr>
          </a:lstStyle>
          <a:p/>
        </p:txBody>
      </p:sp>
      <p:sp>
        <p:nvSpPr>
          <p:cNvPr id="271" name="Google Shape;271;p44"/>
          <p:cNvSpPr txBox="1"/>
          <p:nvPr>
            <p:ph idx="10" type="dt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2" name="Google Shape;272;p44"/>
          <p:cNvSpPr txBox="1"/>
          <p:nvPr>
            <p:ph idx="11" type="ftr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3" name="Google Shape;273;p44"/>
          <p:cNvSpPr txBox="1"/>
          <p:nvPr>
            <p:ph idx="12" type="sldNum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n panorámica con descripción">
  <p:cSld name="Imagen panorámica con descripción"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45"/>
          <p:cNvSpPr txBox="1"/>
          <p:nvPr>
            <p:ph type="title"/>
          </p:nvPr>
        </p:nvSpPr>
        <p:spPr>
          <a:xfrm>
            <a:off x="1141410" y="4304664"/>
            <a:ext cx="9912355" cy="81935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Twentieth Centur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6" name="Google Shape;276;p45"/>
          <p:cNvSpPr/>
          <p:nvPr>
            <p:ph idx="2" type="pic"/>
          </p:nvPr>
        </p:nvSpPr>
        <p:spPr>
          <a:xfrm>
            <a:off x="1141411" y="606426"/>
            <a:ext cx="9912354" cy="3299778"/>
          </a:xfrm>
          <a:prstGeom prst="round2DiagRect">
            <a:avLst>
              <a:gd fmla="val 4860" name="adj1"/>
              <a:gd fmla="val 0" name="adj2"/>
            </a:avLst>
          </a:prstGeom>
          <a:noFill/>
          <a:ln cap="sq" cmpd="sng" w="19050">
            <a:solidFill>
              <a:srgbClr val="D1E9FB">
                <a:alpha val="60000"/>
              </a:srgbClr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88900" rotWithShape="0" algn="t" dir="5400000" dist="38100">
              <a:srgbClr val="000000">
                <a:alpha val="40000"/>
              </a:srgbClr>
            </a:outerShdw>
          </a:effectLst>
        </p:spPr>
      </p:sp>
      <p:sp>
        <p:nvSpPr>
          <p:cNvPr id="277" name="Google Shape;277;p45"/>
          <p:cNvSpPr txBox="1"/>
          <p:nvPr>
            <p:ph idx="1" type="body"/>
          </p:nvPr>
        </p:nvSpPr>
        <p:spPr>
          <a:xfrm>
            <a:off x="1141364" y="5124020"/>
            <a:ext cx="9910859" cy="682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1600"/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750"/>
              <a:buNone/>
              <a:defRPr sz="14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2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None/>
              <a:defRPr sz="10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None/>
              <a:defRPr sz="10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None/>
              <a:defRPr sz="10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None/>
              <a:defRPr sz="10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None/>
              <a:defRPr sz="10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None/>
              <a:defRPr sz="1000"/>
            </a:lvl9pPr>
          </a:lstStyle>
          <a:p/>
        </p:txBody>
      </p:sp>
      <p:sp>
        <p:nvSpPr>
          <p:cNvPr id="278" name="Google Shape;278;p45"/>
          <p:cNvSpPr txBox="1"/>
          <p:nvPr>
            <p:ph idx="10" type="dt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9" name="Google Shape;279;p45"/>
          <p:cNvSpPr txBox="1"/>
          <p:nvPr>
            <p:ph idx="11" type="ftr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0" name="Google Shape;280;p45"/>
          <p:cNvSpPr txBox="1"/>
          <p:nvPr>
            <p:ph idx="12" type="sldNum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descripción">
  <p:cSld name="Título y descripción"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46"/>
          <p:cNvSpPr txBox="1"/>
          <p:nvPr>
            <p:ph type="title"/>
          </p:nvPr>
        </p:nvSpPr>
        <p:spPr>
          <a:xfrm>
            <a:off x="1141456" y="609600"/>
            <a:ext cx="9905955" cy="342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Twentieth Century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3" name="Google Shape;283;p46"/>
          <p:cNvSpPr txBox="1"/>
          <p:nvPr>
            <p:ph idx="1" type="body"/>
          </p:nvPr>
        </p:nvSpPr>
        <p:spPr>
          <a:xfrm>
            <a:off x="1141410" y="4419599"/>
            <a:ext cx="9904459" cy="13715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250"/>
              <a:buNone/>
              <a:defRPr sz="1800"/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750"/>
              <a:buNone/>
              <a:defRPr sz="14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2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None/>
              <a:defRPr sz="10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None/>
              <a:defRPr sz="10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None/>
              <a:defRPr sz="10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None/>
              <a:defRPr sz="10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None/>
              <a:defRPr sz="10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None/>
              <a:defRPr sz="1000"/>
            </a:lvl9pPr>
          </a:lstStyle>
          <a:p/>
        </p:txBody>
      </p:sp>
      <p:sp>
        <p:nvSpPr>
          <p:cNvPr id="284" name="Google Shape;284;p46"/>
          <p:cNvSpPr txBox="1"/>
          <p:nvPr>
            <p:ph idx="10" type="dt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5" name="Google Shape;285;p46"/>
          <p:cNvSpPr txBox="1"/>
          <p:nvPr>
            <p:ph idx="11" type="ftr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6" name="Google Shape;286;p46"/>
          <p:cNvSpPr txBox="1"/>
          <p:nvPr>
            <p:ph idx="12" type="sldNum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ita con descripción">
  <p:cSld name="Cita con descripción"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47"/>
          <p:cNvSpPr txBox="1"/>
          <p:nvPr>
            <p:ph type="title"/>
          </p:nvPr>
        </p:nvSpPr>
        <p:spPr>
          <a:xfrm>
            <a:off x="1446212" y="609599"/>
            <a:ext cx="9302752" cy="274842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Twentieth Century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9" name="Google Shape;289;p47"/>
          <p:cNvSpPr txBox="1"/>
          <p:nvPr>
            <p:ph idx="1" type="body"/>
          </p:nvPr>
        </p:nvSpPr>
        <p:spPr>
          <a:xfrm>
            <a:off x="1720644" y="3365557"/>
            <a:ext cx="8752299" cy="5489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750"/>
              <a:buNone/>
              <a:defRPr sz="1400"/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750"/>
              <a:buNone/>
              <a:defRPr sz="14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2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None/>
              <a:defRPr sz="10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None/>
              <a:defRPr sz="10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None/>
              <a:defRPr sz="10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None/>
              <a:defRPr sz="10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None/>
              <a:defRPr sz="10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None/>
              <a:defRPr sz="1000"/>
            </a:lvl9pPr>
          </a:lstStyle>
          <a:p/>
        </p:txBody>
      </p:sp>
      <p:sp>
        <p:nvSpPr>
          <p:cNvPr id="290" name="Google Shape;290;p47"/>
          <p:cNvSpPr txBox="1"/>
          <p:nvPr>
            <p:ph idx="2" type="body"/>
          </p:nvPr>
        </p:nvSpPr>
        <p:spPr>
          <a:xfrm>
            <a:off x="1141411" y="4309919"/>
            <a:ext cx="9906002" cy="14894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250"/>
              <a:buNone/>
              <a:defRPr sz="1800"/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750"/>
              <a:buNone/>
              <a:defRPr sz="14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2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None/>
              <a:defRPr sz="10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None/>
              <a:defRPr sz="10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None/>
              <a:defRPr sz="10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None/>
              <a:defRPr sz="10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None/>
              <a:defRPr sz="10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None/>
              <a:defRPr sz="1000"/>
            </a:lvl9pPr>
          </a:lstStyle>
          <a:p/>
        </p:txBody>
      </p:sp>
      <p:sp>
        <p:nvSpPr>
          <p:cNvPr id="291" name="Google Shape;291;p47"/>
          <p:cNvSpPr txBox="1"/>
          <p:nvPr>
            <p:ph idx="10" type="dt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2" name="Google Shape;292;p47"/>
          <p:cNvSpPr txBox="1"/>
          <p:nvPr>
            <p:ph idx="11" type="ftr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3" name="Google Shape;293;p47"/>
          <p:cNvSpPr txBox="1"/>
          <p:nvPr>
            <p:ph idx="12" type="sldNum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  <p:sp>
        <p:nvSpPr>
          <p:cNvPr id="294" name="Google Shape;294;p47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Font typeface="Twentieth Century"/>
              <a:buNone/>
            </a:pPr>
            <a:r>
              <a:rPr b="0" lang="es-MX" sz="8000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“</a:t>
            </a:r>
            <a:endParaRPr/>
          </a:p>
        </p:txBody>
      </p:sp>
      <p:sp>
        <p:nvSpPr>
          <p:cNvPr id="295" name="Google Shape;295;p47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Font typeface="Twentieth Century"/>
              <a:buNone/>
            </a:pPr>
            <a:r>
              <a:rPr b="0" lang="es-MX" sz="8000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”</a:t>
            </a:r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rjeta de nombre">
  <p:cSld name="Tarjeta de nombre"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48"/>
          <p:cNvSpPr txBox="1"/>
          <p:nvPr>
            <p:ph type="title"/>
          </p:nvPr>
        </p:nvSpPr>
        <p:spPr>
          <a:xfrm>
            <a:off x="1141410" y="2134041"/>
            <a:ext cx="9906001" cy="251183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Twentieth Century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8" name="Google Shape;298;p48"/>
          <p:cNvSpPr txBox="1"/>
          <p:nvPr>
            <p:ph idx="1" type="body"/>
          </p:nvPr>
        </p:nvSpPr>
        <p:spPr>
          <a:xfrm>
            <a:off x="1141364" y="4657655"/>
            <a:ext cx="9904505" cy="11406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250"/>
              <a:buNone/>
              <a:defRPr sz="1800"/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750"/>
              <a:buNone/>
              <a:defRPr sz="14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2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None/>
              <a:defRPr sz="10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None/>
              <a:defRPr sz="10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None/>
              <a:defRPr sz="10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None/>
              <a:defRPr sz="10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None/>
              <a:defRPr sz="10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None/>
              <a:defRPr sz="1000"/>
            </a:lvl9pPr>
          </a:lstStyle>
          <a:p/>
        </p:txBody>
      </p:sp>
      <p:sp>
        <p:nvSpPr>
          <p:cNvPr id="299" name="Google Shape;299;p48"/>
          <p:cNvSpPr txBox="1"/>
          <p:nvPr>
            <p:ph idx="10" type="dt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0" name="Google Shape;300;p48"/>
          <p:cNvSpPr txBox="1"/>
          <p:nvPr>
            <p:ph idx="11" type="ftr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1" name="Google Shape;301;p48"/>
          <p:cNvSpPr txBox="1"/>
          <p:nvPr>
            <p:ph idx="12" type="sldNum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lumna 3">
  <p:cSld name="Columna 3"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49"/>
          <p:cNvSpPr txBox="1"/>
          <p:nvPr>
            <p:ph type="title"/>
          </p:nvPr>
        </p:nvSpPr>
        <p:spPr>
          <a:xfrm>
            <a:off x="1141413" y="609600"/>
            <a:ext cx="9905998" cy="190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4" name="Google Shape;304;p49"/>
          <p:cNvSpPr txBox="1"/>
          <p:nvPr>
            <p:ph idx="1" type="body"/>
          </p:nvPr>
        </p:nvSpPr>
        <p:spPr>
          <a:xfrm>
            <a:off x="1141410" y="2674463"/>
            <a:ext cx="3196899" cy="685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0" sz="2400" cap="none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b="1" sz="20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None/>
              <a:defRPr b="1" sz="18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16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16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16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16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16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1600"/>
            </a:lvl9pPr>
          </a:lstStyle>
          <a:p/>
        </p:txBody>
      </p:sp>
      <p:sp>
        <p:nvSpPr>
          <p:cNvPr id="305" name="Google Shape;305;p49"/>
          <p:cNvSpPr txBox="1"/>
          <p:nvPr>
            <p:ph idx="2" type="body"/>
          </p:nvPr>
        </p:nvSpPr>
        <p:spPr>
          <a:xfrm>
            <a:off x="1127918" y="3360263"/>
            <a:ext cx="3208735" cy="243093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750"/>
              <a:buNone/>
              <a:defRPr sz="1400"/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2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None/>
              <a:defRPr sz="10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25"/>
              <a:buNone/>
              <a:defRPr sz="9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25"/>
              <a:buNone/>
              <a:defRPr sz="9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25"/>
              <a:buNone/>
              <a:defRPr sz="9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25"/>
              <a:buNone/>
              <a:defRPr sz="9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25"/>
              <a:buNone/>
              <a:defRPr sz="9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25"/>
              <a:buNone/>
              <a:defRPr sz="900"/>
            </a:lvl9pPr>
          </a:lstStyle>
          <a:p/>
        </p:txBody>
      </p:sp>
      <p:sp>
        <p:nvSpPr>
          <p:cNvPr id="306" name="Google Shape;306;p49"/>
          <p:cNvSpPr txBox="1"/>
          <p:nvPr>
            <p:ph idx="3" type="body"/>
          </p:nvPr>
        </p:nvSpPr>
        <p:spPr>
          <a:xfrm>
            <a:off x="4514766" y="2677635"/>
            <a:ext cx="3184385" cy="685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0" sz="2400" cap="none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b="1" sz="20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None/>
              <a:defRPr b="1" sz="18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16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16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16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16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16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1600"/>
            </a:lvl9pPr>
          </a:lstStyle>
          <a:p/>
        </p:txBody>
      </p:sp>
      <p:sp>
        <p:nvSpPr>
          <p:cNvPr id="307" name="Google Shape;307;p49"/>
          <p:cNvSpPr txBox="1"/>
          <p:nvPr>
            <p:ph idx="4" type="body"/>
          </p:nvPr>
        </p:nvSpPr>
        <p:spPr>
          <a:xfrm>
            <a:off x="4504213" y="3363435"/>
            <a:ext cx="3195830" cy="243093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750"/>
              <a:buNone/>
              <a:defRPr sz="1400"/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2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None/>
              <a:defRPr sz="10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25"/>
              <a:buNone/>
              <a:defRPr sz="9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25"/>
              <a:buNone/>
              <a:defRPr sz="9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25"/>
              <a:buNone/>
              <a:defRPr sz="9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25"/>
              <a:buNone/>
              <a:defRPr sz="9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25"/>
              <a:buNone/>
              <a:defRPr sz="9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25"/>
              <a:buNone/>
              <a:defRPr sz="900"/>
            </a:lvl9pPr>
          </a:lstStyle>
          <a:p/>
        </p:txBody>
      </p:sp>
      <p:sp>
        <p:nvSpPr>
          <p:cNvPr id="308" name="Google Shape;308;p49"/>
          <p:cNvSpPr txBox="1"/>
          <p:nvPr>
            <p:ph idx="5" type="body"/>
          </p:nvPr>
        </p:nvSpPr>
        <p:spPr>
          <a:xfrm>
            <a:off x="7852442" y="2674463"/>
            <a:ext cx="3194968" cy="685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0" sz="2400" cap="none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b="1" sz="20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None/>
              <a:defRPr b="1" sz="18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16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16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16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16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16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1600"/>
            </a:lvl9pPr>
          </a:lstStyle>
          <a:p/>
        </p:txBody>
      </p:sp>
      <p:sp>
        <p:nvSpPr>
          <p:cNvPr id="309" name="Google Shape;309;p49"/>
          <p:cNvSpPr txBox="1"/>
          <p:nvPr>
            <p:ph idx="6" type="body"/>
          </p:nvPr>
        </p:nvSpPr>
        <p:spPr>
          <a:xfrm>
            <a:off x="7852442" y="3360263"/>
            <a:ext cx="3194968" cy="243093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750"/>
              <a:buNone/>
              <a:defRPr sz="1400"/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2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None/>
              <a:defRPr sz="10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25"/>
              <a:buNone/>
              <a:defRPr sz="9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25"/>
              <a:buNone/>
              <a:defRPr sz="9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25"/>
              <a:buNone/>
              <a:defRPr sz="9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25"/>
              <a:buNone/>
              <a:defRPr sz="9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25"/>
              <a:buNone/>
              <a:defRPr sz="9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25"/>
              <a:buNone/>
              <a:defRPr sz="900"/>
            </a:lvl9pPr>
          </a:lstStyle>
          <a:p/>
        </p:txBody>
      </p:sp>
      <p:sp>
        <p:nvSpPr>
          <p:cNvPr id="310" name="Google Shape;310;p49"/>
          <p:cNvSpPr txBox="1"/>
          <p:nvPr>
            <p:ph idx="10" type="dt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1" name="Google Shape;311;p49"/>
          <p:cNvSpPr txBox="1"/>
          <p:nvPr>
            <p:ph idx="11" type="ftr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2" name="Google Shape;312;p49"/>
          <p:cNvSpPr txBox="1"/>
          <p:nvPr>
            <p:ph idx="12" type="sldNum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lumna de imagen 3">
  <p:cSld name="Columna de imagen 3"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50"/>
          <p:cNvSpPr txBox="1"/>
          <p:nvPr>
            <p:ph type="title"/>
          </p:nvPr>
        </p:nvSpPr>
        <p:spPr>
          <a:xfrm>
            <a:off x="1141411" y="609600"/>
            <a:ext cx="9905999" cy="190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5" name="Google Shape;315;p50"/>
          <p:cNvSpPr txBox="1"/>
          <p:nvPr>
            <p:ph idx="1" type="body"/>
          </p:nvPr>
        </p:nvSpPr>
        <p:spPr>
          <a:xfrm>
            <a:off x="1141413" y="4404596"/>
            <a:ext cx="3195240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b="0" sz="2000" cap="none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b="1" sz="20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None/>
              <a:defRPr b="1" sz="18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16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16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16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16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16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1600"/>
            </a:lvl9pPr>
          </a:lstStyle>
          <a:p/>
        </p:txBody>
      </p:sp>
      <p:sp>
        <p:nvSpPr>
          <p:cNvPr id="316" name="Google Shape;316;p50"/>
          <p:cNvSpPr/>
          <p:nvPr>
            <p:ph idx="2" type="pic"/>
          </p:nvPr>
        </p:nvSpPr>
        <p:spPr>
          <a:xfrm>
            <a:off x="1141413" y="2666998"/>
            <a:ext cx="3195240" cy="1524000"/>
          </a:xfrm>
          <a:prstGeom prst="round2DiagRect">
            <a:avLst>
              <a:gd fmla="val 16667" name="adj1"/>
              <a:gd fmla="val 0" name="adj2"/>
            </a:avLst>
          </a:prstGeom>
          <a:noFill/>
          <a:ln cap="sq" cmpd="sng" w="19050">
            <a:solidFill>
              <a:srgbClr val="D1E9FB">
                <a:alpha val="60000"/>
              </a:srgbClr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88900" rotWithShape="0" algn="t" dir="5400000" dist="38100">
              <a:srgbClr val="000000">
                <a:alpha val="40000"/>
              </a:srgbClr>
            </a:outerShdw>
          </a:effectLst>
        </p:spPr>
      </p:sp>
      <p:sp>
        <p:nvSpPr>
          <p:cNvPr id="317" name="Google Shape;317;p50"/>
          <p:cNvSpPr txBox="1"/>
          <p:nvPr>
            <p:ph idx="3" type="body"/>
          </p:nvPr>
        </p:nvSpPr>
        <p:spPr>
          <a:xfrm>
            <a:off x="1141413" y="4980858"/>
            <a:ext cx="3195240" cy="81784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750"/>
              <a:buNone/>
              <a:defRPr sz="1400"/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2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None/>
              <a:defRPr sz="10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25"/>
              <a:buNone/>
              <a:defRPr sz="9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25"/>
              <a:buNone/>
              <a:defRPr sz="9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25"/>
              <a:buNone/>
              <a:defRPr sz="9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25"/>
              <a:buNone/>
              <a:defRPr sz="9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25"/>
              <a:buNone/>
              <a:defRPr sz="9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25"/>
              <a:buNone/>
              <a:defRPr sz="900"/>
            </a:lvl9pPr>
          </a:lstStyle>
          <a:p/>
        </p:txBody>
      </p:sp>
      <p:sp>
        <p:nvSpPr>
          <p:cNvPr id="318" name="Google Shape;318;p50"/>
          <p:cNvSpPr txBox="1"/>
          <p:nvPr>
            <p:ph idx="4" type="body"/>
          </p:nvPr>
        </p:nvSpPr>
        <p:spPr>
          <a:xfrm>
            <a:off x="4489053" y="4404596"/>
            <a:ext cx="3200400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b="0" sz="2000" cap="none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b="1" sz="20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None/>
              <a:defRPr b="1" sz="18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16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16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16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16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16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1600"/>
            </a:lvl9pPr>
          </a:lstStyle>
          <a:p/>
        </p:txBody>
      </p:sp>
      <p:sp>
        <p:nvSpPr>
          <p:cNvPr id="319" name="Google Shape;319;p50"/>
          <p:cNvSpPr/>
          <p:nvPr>
            <p:ph idx="5" type="pic"/>
          </p:nvPr>
        </p:nvSpPr>
        <p:spPr>
          <a:xfrm>
            <a:off x="4489053" y="2666998"/>
            <a:ext cx="3198940" cy="1524000"/>
          </a:xfrm>
          <a:prstGeom prst="round2DiagRect">
            <a:avLst>
              <a:gd fmla="val 16667" name="adj1"/>
              <a:gd fmla="val 0" name="adj2"/>
            </a:avLst>
          </a:prstGeom>
          <a:noFill/>
          <a:ln cap="sq" cmpd="sng" w="19050">
            <a:solidFill>
              <a:srgbClr val="D1E9FB">
                <a:alpha val="60000"/>
              </a:srgbClr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88900" rotWithShape="0" algn="t" dir="5400000" dist="38100">
              <a:srgbClr val="000000">
                <a:alpha val="40000"/>
              </a:srgbClr>
            </a:outerShdw>
          </a:effectLst>
        </p:spPr>
      </p:sp>
      <p:sp>
        <p:nvSpPr>
          <p:cNvPr id="320" name="Google Shape;320;p50"/>
          <p:cNvSpPr txBox="1"/>
          <p:nvPr>
            <p:ph idx="6" type="body"/>
          </p:nvPr>
        </p:nvSpPr>
        <p:spPr>
          <a:xfrm>
            <a:off x="4487593" y="4980857"/>
            <a:ext cx="3200400" cy="81034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750"/>
              <a:buNone/>
              <a:defRPr sz="1400"/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2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None/>
              <a:defRPr sz="10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25"/>
              <a:buNone/>
              <a:defRPr sz="9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25"/>
              <a:buNone/>
              <a:defRPr sz="9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25"/>
              <a:buNone/>
              <a:defRPr sz="9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25"/>
              <a:buNone/>
              <a:defRPr sz="9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25"/>
              <a:buNone/>
              <a:defRPr sz="9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25"/>
              <a:buNone/>
              <a:defRPr sz="900"/>
            </a:lvl9pPr>
          </a:lstStyle>
          <a:p/>
        </p:txBody>
      </p:sp>
      <p:sp>
        <p:nvSpPr>
          <p:cNvPr id="321" name="Google Shape;321;p50"/>
          <p:cNvSpPr txBox="1"/>
          <p:nvPr>
            <p:ph idx="7" type="body"/>
          </p:nvPr>
        </p:nvSpPr>
        <p:spPr>
          <a:xfrm>
            <a:off x="7852567" y="4404595"/>
            <a:ext cx="3190741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b="0" sz="2000" cap="none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b="1" sz="20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None/>
              <a:defRPr b="1" sz="18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16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16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16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16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16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1600"/>
            </a:lvl9pPr>
          </a:lstStyle>
          <a:p/>
        </p:txBody>
      </p:sp>
      <p:sp>
        <p:nvSpPr>
          <p:cNvPr id="322" name="Google Shape;322;p50"/>
          <p:cNvSpPr/>
          <p:nvPr>
            <p:ph idx="8" type="pic"/>
          </p:nvPr>
        </p:nvSpPr>
        <p:spPr>
          <a:xfrm>
            <a:off x="7852442" y="2666998"/>
            <a:ext cx="3194969" cy="1524000"/>
          </a:xfrm>
          <a:prstGeom prst="round2DiagRect">
            <a:avLst>
              <a:gd fmla="val 16667" name="adj1"/>
              <a:gd fmla="val 0" name="adj2"/>
            </a:avLst>
          </a:prstGeom>
          <a:noFill/>
          <a:ln cap="sq" cmpd="sng" w="19050">
            <a:solidFill>
              <a:srgbClr val="D1E9FB">
                <a:alpha val="60000"/>
              </a:srgbClr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88900" rotWithShape="0" algn="t" dir="5400000" dist="38100">
              <a:srgbClr val="000000">
                <a:alpha val="40000"/>
              </a:srgbClr>
            </a:outerShdw>
          </a:effectLst>
        </p:spPr>
      </p:sp>
      <p:sp>
        <p:nvSpPr>
          <p:cNvPr id="323" name="Google Shape;323;p50"/>
          <p:cNvSpPr txBox="1"/>
          <p:nvPr>
            <p:ph idx="9" type="body"/>
          </p:nvPr>
        </p:nvSpPr>
        <p:spPr>
          <a:xfrm>
            <a:off x="7852442" y="4980854"/>
            <a:ext cx="3194968" cy="81034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750"/>
              <a:buNone/>
              <a:defRPr sz="1400"/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2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None/>
              <a:defRPr sz="10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25"/>
              <a:buNone/>
              <a:defRPr sz="9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25"/>
              <a:buNone/>
              <a:defRPr sz="9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25"/>
              <a:buNone/>
              <a:defRPr sz="9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25"/>
              <a:buNone/>
              <a:defRPr sz="9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25"/>
              <a:buNone/>
              <a:defRPr sz="9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25"/>
              <a:buNone/>
              <a:defRPr sz="900"/>
            </a:lvl9pPr>
          </a:lstStyle>
          <a:p/>
        </p:txBody>
      </p:sp>
      <p:sp>
        <p:nvSpPr>
          <p:cNvPr id="324" name="Google Shape;324;p50"/>
          <p:cNvSpPr txBox="1"/>
          <p:nvPr>
            <p:ph idx="10" type="dt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5" name="Google Shape;325;p50"/>
          <p:cNvSpPr txBox="1"/>
          <p:nvPr>
            <p:ph idx="11" type="ftr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6" name="Google Shape;326;p50"/>
          <p:cNvSpPr txBox="1"/>
          <p:nvPr>
            <p:ph idx="12" type="sldNum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texto vertical" type="vertTx">
  <p:cSld name="VERTICAL_TEXT"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51"/>
          <p:cNvSpPr txBox="1"/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9" name="Google Shape;329;p51"/>
          <p:cNvSpPr txBox="1"/>
          <p:nvPr>
            <p:ph idx="1" type="body"/>
          </p:nvPr>
        </p:nvSpPr>
        <p:spPr>
          <a:xfrm rot="5400000">
            <a:off x="4323555" y="-932655"/>
            <a:ext cx="3541714" cy="9905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71475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1pPr>
            <a:lvl2pPr indent="-371475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2pPr>
            <a:lvl3pPr indent="-371475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3pPr>
            <a:lvl4pPr indent="-371475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4pPr>
            <a:lvl5pPr indent="-371475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5pPr>
            <a:lvl6pPr indent="-371475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6pPr>
            <a:lvl7pPr indent="-371475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7pPr>
            <a:lvl8pPr indent="-371475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8pPr>
            <a:lvl9pPr indent="-371475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9pPr>
          </a:lstStyle>
          <a:p/>
        </p:txBody>
      </p:sp>
      <p:sp>
        <p:nvSpPr>
          <p:cNvPr id="330" name="Google Shape;330;p51"/>
          <p:cNvSpPr txBox="1"/>
          <p:nvPr>
            <p:ph idx="10" type="dt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1" name="Google Shape;331;p51"/>
          <p:cNvSpPr txBox="1"/>
          <p:nvPr>
            <p:ph idx="11" type="ftr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2" name="Google Shape;332;p51"/>
          <p:cNvSpPr txBox="1"/>
          <p:nvPr>
            <p:ph idx="12" type="sldNum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vertical y texto" type="vertTitleAndTx">
  <p:cSld name="VERTICAL_TITLE_AND_VERTICAL_TEXT"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52"/>
          <p:cNvSpPr txBox="1"/>
          <p:nvPr>
            <p:ph type="title"/>
          </p:nvPr>
        </p:nvSpPr>
        <p:spPr>
          <a:xfrm rot="5400000">
            <a:off x="7454105" y="2197894"/>
            <a:ext cx="5181601" cy="200501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5" name="Google Shape;335;p52"/>
          <p:cNvSpPr txBox="1"/>
          <p:nvPr>
            <p:ph idx="1" type="body"/>
          </p:nvPr>
        </p:nvSpPr>
        <p:spPr>
          <a:xfrm rot="5400000">
            <a:off x="2424905" y="-673895"/>
            <a:ext cx="5181601" cy="77485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71475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1pPr>
            <a:lvl2pPr indent="-371475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2pPr>
            <a:lvl3pPr indent="-371475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3pPr>
            <a:lvl4pPr indent="-371475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4pPr>
            <a:lvl5pPr indent="-371475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5pPr>
            <a:lvl6pPr indent="-371475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6pPr>
            <a:lvl7pPr indent="-371475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7pPr>
            <a:lvl8pPr indent="-371475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8pPr>
            <a:lvl9pPr indent="-371475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9pPr>
          </a:lstStyle>
          <a:p/>
        </p:txBody>
      </p:sp>
      <p:sp>
        <p:nvSpPr>
          <p:cNvPr id="336" name="Google Shape;336;p52"/>
          <p:cNvSpPr txBox="1"/>
          <p:nvPr>
            <p:ph idx="10" type="dt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7" name="Google Shape;337;p52"/>
          <p:cNvSpPr txBox="1"/>
          <p:nvPr>
            <p:ph idx="11" type="ftr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8" name="Google Shape;338;p52"/>
          <p:cNvSpPr txBox="1"/>
          <p:nvPr>
            <p:ph idx="12" type="sldNum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_rels/slideMaster2.xml.rels><?xml version="1.0" encoding="UTF-8" standalone="yes"?><Relationships xmlns="http://schemas.openxmlformats.org/package/2006/relationships"><Relationship Id="rId20" Type="http://schemas.openxmlformats.org/officeDocument/2006/relationships/theme" Target="../theme/theme3.xml"/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2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1.png"/><Relationship Id="rId2" Type="http://schemas.openxmlformats.org/officeDocument/2006/relationships/image" Target="../media/image36.png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15" Type="http://schemas.openxmlformats.org/officeDocument/2006/relationships/slideLayout" Target="../slideLayouts/slideLayout14.xml"/><Relationship Id="rId14" Type="http://schemas.openxmlformats.org/officeDocument/2006/relationships/slideLayout" Target="../slideLayouts/slideLayout13.xml"/><Relationship Id="rId17" Type="http://schemas.openxmlformats.org/officeDocument/2006/relationships/slideLayout" Target="../slideLayouts/slideLayout16.xml"/><Relationship Id="rId16" Type="http://schemas.openxmlformats.org/officeDocument/2006/relationships/slideLayout" Target="../slideLayouts/slideLayout15.xml"/><Relationship Id="rId5" Type="http://schemas.openxmlformats.org/officeDocument/2006/relationships/slideLayout" Target="../slideLayouts/slideLayout4.xml"/><Relationship Id="rId19" Type="http://schemas.openxmlformats.org/officeDocument/2006/relationships/slideLayout" Target="../slideLayouts/slideLayout18.xml"/><Relationship Id="rId6" Type="http://schemas.openxmlformats.org/officeDocument/2006/relationships/slideLayout" Target="../slideLayouts/slideLayout5.xml"/><Relationship Id="rId18" Type="http://schemas.openxmlformats.org/officeDocument/2006/relationships/slideLayout" Target="../slideLayouts/slideLayout17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\\DROBO-FS\QuickDrops\JB\PPTX NG\Droplets\LightingOverlay.png" id="6" name="Google Shape;6;p34"/>
          <p:cNvPicPr preferRelativeResize="0"/>
          <p:nvPr/>
        </p:nvPicPr>
        <p:blipFill rotWithShape="1">
          <a:blip r:embed="rId2">
            <a:alphaModFix amt="30000"/>
          </a:blip>
          <a:srcRect b="0" l="0" r="0" t="0"/>
          <a:stretch/>
        </p:blipFill>
        <p:spPr>
          <a:xfrm>
            <a:off x="0" y="-1"/>
            <a:ext cx="12192003" cy="685800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7" name="Google Shape;7;p34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</p:grpSpPr>
        <p:grpSp>
          <p:nvGrpSpPr>
            <p:cNvPr id="8" name="Google Shape;8;p34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</p:grpSpPr>
          <p:sp>
            <p:nvSpPr>
              <p:cNvPr id="9" name="Google Shape;9;p34"/>
              <p:cNvSpPr/>
              <p:nvPr/>
            </p:nvSpPr>
            <p:spPr>
              <a:xfrm>
                <a:off x="114300" y="4763"/>
                <a:ext cx="23813" cy="2181225"/>
              </a:xfrm>
              <a:prstGeom prst="rect">
                <a:avLst/>
              </a:prstGeom>
              <a:gradFill>
                <a:gsLst>
                  <a:gs pos="0">
                    <a:schemeClr val="dk2"/>
                  </a:gs>
                  <a:gs pos="100000">
                    <a:srgbClr val="101322"/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endParaRPr>
              </a:p>
            </p:txBody>
          </p:sp>
          <p:sp>
            <p:nvSpPr>
              <p:cNvPr id="10" name="Google Shape;10;p34"/>
              <p:cNvSpPr/>
              <p:nvPr/>
            </p:nvSpPr>
            <p:spPr>
              <a:xfrm>
                <a:off x="33337" y="2176463"/>
                <a:ext cx="190500" cy="190500"/>
              </a:xfrm>
              <a:custGeom>
                <a:rect b="b" l="l" r="r" t="t"/>
                <a:pathLst>
                  <a:path extrusionOk="0" h="40" w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101322"/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endParaRPr>
              </a:p>
            </p:txBody>
          </p:sp>
          <p:sp>
            <p:nvSpPr>
              <p:cNvPr id="11" name="Google Shape;11;p34"/>
              <p:cNvSpPr/>
              <p:nvPr/>
            </p:nvSpPr>
            <p:spPr>
              <a:xfrm>
                <a:off x="28575" y="4021138"/>
                <a:ext cx="190500" cy="188913"/>
              </a:xfrm>
              <a:custGeom>
                <a:rect b="b" l="l" r="r" t="t"/>
                <a:pathLst>
                  <a:path extrusionOk="0" h="40" w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101322"/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endParaRPr>
              </a:p>
            </p:txBody>
          </p:sp>
          <p:sp>
            <p:nvSpPr>
              <p:cNvPr id="12" name="Google Shape;12;p34"/>
              <p:cNvSpPr/>
              <p:nvPr/>
            </p:nvSpPr>
            <p:spPr>
              <a:xfrm>
                <a:off x="200025" y="4763"/>
                <a:ext cx="369888" cy="1811338"/>
              </a:xfrm>
              <a:custGeom>
                <a:rect b="b" l="l" r="r" t="t"/>
                <a:pathLst>
                  <a:path extrusionOk="0" h="1141" w="233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101322"/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endParaRPr>
              </a:p>
            </p:txBody>
          </p:sp>
          <p:sp>
            <p:nvSpPr>
              <p:cNvPr id="13" name="Google Shape;13;p34"/>
              <p:cNvSpPr/>
              <p:nvPr/>
            </p:nvSpPr>
            <p:spPr>
              <a:xfrm>
                <a:off x="503237" y="1801813"/>
                <a:ext cx="190500" cy="188913"/>
              </a:xfrm>
              <a:custGeom>
                <a:rect b="b" l="l" r="r" t="t"/>
                <a:pathLst>
                  <a:path extrusionOk="0" h="40" w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101322"/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endParaRPr>
              </a:p>
            </p:txBody>
          </p:sp>
          <p:sp>
            <p:nvSpPr>
              <p:cNvPr id="14" name="Google Shape;14;p34"/>
              <p:cNvSpPr/>
              <p:nvPr/>
            </p:nvSpPr>
            <p:spPr>
              <a:xfrm>
                <a:off x="285750" y="4763"/>
                <a:ext cx="369888" cy="1430338"/>
              </a:xfrm>
              <a:custGeom>
                <a:rect b="b" l="l" r="r" t="t"/>
                <a:pathLst>
                  <a:path extrusionOk="0" h="901" w="233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101322"/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endParaRPr>
              </a:p>
            </p:txBody>
          </p:sp>
          <p:sp>
            <p:nvSpPr>
              <p:cNvPr id="15" name="Google Shape;15;p34"/>
              <p:cNvSpPr/>
              <p:nvPr/>
            </p:nvSpPr>
            <p:spPr>
              <a:xfrm>
                <a:off x="546100" y="0"/>
                <a:ext cx="152400" cy="912813"/>
              </a:xfrm>
              <a:custGeom>
                <a:rect b="b" l="l" r="r" t="t"/>
                <a:pathLst>
                  <a:path extrusionOk="0" h="575" w="96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101322"/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endParaRPr>
              </a:p>
            </p:txBody>
          </p:sp>
          <p:sp>
            <p:nvSpPr>
              <p:cNvPr id="16" name="Google Shape;16;p34"/>
              <p:cNvSpPr/>
              <p:nvPr/>
            </p:nvSpPr>
            <p:spPr>
              <a:xfrm>
                <a:off x="588962" y="1420813"/>
                <a:ext cx="190500" cy="190500"/>
              </a:xfrm>
              <a:custGeom>
                <a:rect b="b" l="l" r="r" t="t"/>
                <a:pathLst>
                  <a:path extrusionOk="0" h="40" w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101322"/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endParaRPr>
              </a:p>
            </p:txBody>
          </p:sp>
          <p:sp>
            <p:nvSpPr>
              <p:cNvPr id="17" name="Google Shape;17;p34"/>
              <p:cNvSpPr/>
              <p:nvPr/>
            </p:nvSpPr>
            <p:spPr>
              <a:xfrm>
                <a:off x="588962" y="903288"/>
                <a:ext cx="190500" cy="190500"/>
              </a:xfrm>
              <a:custGeom>
                <a:rect b="b" l="l" r="r" t="t"/>
                <a:pathLst>
                  <a:path extrusionOk="0" h="40" w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101322"/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endParaRPr>
              </a:p>
            </p:txBody>
          </p:sp>
          <p:sp>
            <p:nvSpPr>
              <p:cNvPr id="18" name="Google Shape;18;p34"/>
              <p:cNvSpPr/>
              <p:nvPr/>
            </p:nvSpPr>
            <p:spPr>
              <a:xfrm>
                <a:off x="641350" y="0"/>
                <a:ext cx="422275" cy="527050"/>
              </a:xfrm>
              <a:custGeom>
                <a:rect b="b" l="l" r="r" t="t"/>
                <a:pathLst>
                  <a:path extrusionOk="0" h="332" w="266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101322"/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endParaRPr>
              </a:p>
            </p:txBody>
          </p:sp>
          <p:sp>
            <p:nvSpPr>
              <p:cNvPr id="19" name="Google Shape;19;p34"/>
              <p:cNvSpPr/>
              <p:nvPr/>
            </p:nvSpPr>
            <p:spPr>
              <a:xfrm>
                <a:off x="1020762" y="488950"/>
                <a:ext cx="161925" cy="147638"/>
              </a:xfrm>
              <a:custGeom>
                <a:rect b="b" l="l" r="r" t="t"/>
                <a:pathLst>
                  <a:path extrusionOk="0" h="31" w="34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101322"/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endParaRPr>
              </a:p>
            </p:txBody>
          </p:sp>
          <p:cxnSp>
            <p:nvCxnSpPr>
              <p:cNvPr id="20" name="Google Shape;20;p34"/>
              <p:cNvCxnSpPr/>
              <p:nvPr/>
            </p:nvCxnSpPr>
            <p:spPr>
              <a:xfrm>
                <a:off x="-4763" y="9525"/>
                <a:ext cx="0" cy="0"/>
              </a:xfrm>
              <a:prstGeom prst="straightConnector1">
                <a:avLst/>
              </a:prstGeom>
              <a:gradFill>
                <a:gsLst>
                  <a:gs pos="0">
                    <a:schemeClr val="dk2"/>
                  </a:gs>
                  <a:gs pos="100000">
                    <a:srgbClr val="101322"/>
                  </a:gs>
                </a:gsLst>
                <a:lin ang="5400000" scaled="0"/>
              </a:gradFill>
              <a:ln cap="flat" cmpd="sng" w="9525">
                <a:solidFill>
                  <a:srgbClr val="FFFFFF"/>
                </a:solidFill>
                <a:prstDash val="solid"/>
                <a:miter lim="800000"/>
                <a:headEnd len="med" w="med" type="none"/>
                <a:tailEnd len="med" w="med" type="none"/>
              </a:ln>
            </p:spPr>
          </p:cxnSp>
          <p:sp>
            <p:nvSpPr>
              <p:cNvPr id="21" name="Google Shape;21;p34"/>
              <p:cNvSpPr/>
              <p:nvPr/>
            </p:nvSpPr>
            <p:spPr>
              <a:xfrm>
                <a:off x="9525" y="1801813"/>
                <a:ext cx="123825" cy="127000"/>
              </a:xfrm>
              <a:custGeom>
                <a:rect b="b" l="l" r="r" t="t"/>
                <a:pathLst>
                  <a:path extrusionOk="0" h="80" w="78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101322"/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endParaRPr>
              </a:p>
            </p:txBody>
          </p:sp>
          <p:sp>
            <p:nvSpPr>
              <p:cNvPr id="22" name="Google Shape;22;p34"/>
              <p:cNvSpPr/>
              <p:nvPr/>
            </p:nvSpPr>
            <p:spPr>
              <a:xfrm>
                <a:off x="-9525" y="3549650"/>
                <a:ext cx="147638" cy="481013"/>
              </a:xfrm>
              <a:custGeom>
                <a:rect b="b" l="l" r="r" t="t"/>
                <a:pathLst>
                  <a:path extrusionOk="0" h="303" w="9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101322"/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endParaRPr>
              </a:p>
            </p:txBody>
          </p:sp>
          <p:sp>
            <p:nvSpPr>
              <p:cNvPr id="23" name="Google Shape;23;p34"/>
              <p:cNvSpPr/>
              <p:nvPr/>
            </p:nvSpPr>
            <p:spPr>
              <a:xfrm>
                <a:off x="128587" y="1382713"/>
                <a:ext cx="142875" cy="476250"/>
              </a:xfrm>
              <a:custGeom>
                <a:rect b="b" l="l" r="r" t="t"/>
                <a:pathLst>
                  <a:path extrusionOk="0" h="300" w="9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101322"/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endParaRPr>
              </a:p>
            </p:txBody>
          </p:sp>
          <p:sp>
            <p:nvSpPr>
              <p:cNvPr id="24" name="Google Shape;24;p34"/>
              <p:cNvSpPr/>
              <p:nvPr/>
            </p:nvSpPr>
            <p:spPr>
              <a:xfrm>
                <a:off x="204787" y="1849438"/>
                <a:ext cx="114300" cy="107950"/>
              </a:xfrm>
              <a:custGeom>
                <a:rect b="b" l="l" r="r" t="t"/>
                <a:pathLst>
                  <a:path extrusionOk="0" h="23" w="24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101322"/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endParaRPr>
              </a:p>
            </p:txBody>
          </p:sp>
          <p:sp>
            <p:nvSpPr>
              <p:cNvPr id="25" name="Google Shape;25;p34"/>
              <p:cNvSpPr/>
              <p:nvPr/>
            </p:nvSpPr>
            <p:spPr>
              <a:xfrm>
                <a:off x="133350" y="4662488"/>
                <a:ext cx="23813" cy="2181225"/>
              </a:xfrm>
              <a:prstGeom prst="rect">
                <a:avLst/>
              </a:prstGeom>
              <a:gradFill>
                <a:gsLst>
                  <a:gs pos="0">
                    <a:schemeClr val="dk2"/>
                  </a:gs>
                  <a:gs pos="100000">
                    <a:srgbClr val="101322"/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endParaRPr>
              </a:p>
            </p:txBody>
          </p:sp>
          <p:sp>
            <p:nvSpPr>
              <p:cNvPr id="26" name="Google Shape;26;p34"/>
              <p:cNvSpPr/>
              <p:nvPr/>
            </p:nvSpPr>
            <p:spPr>
              <a:xfrm>
                <a:off x="223837" y="5041900"/>
                <a:ext cx="369888" cy="1801813"/>
              </a:xfrm>
              <a:custGeom>
                <a:rect b="b" l="l" r="r" t="t"/>
                <a:pathLst>
                  <a:path extrusionOk="0" h="1135" w="233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101322"/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endParaRPr>
              </a:p>
            </p:txBody>
          </p:sp>
          <p:sp>
            <p:nvSpPr>
              <p:cNvPr id="27" name="Google Shape;27;p34"/>
              <p:cNvSpPr/>
              <p:nvPr/>
            </p:nvSpPr>
            <p:spPr>
              <a:xfrm>
                <a:off x="52387" y="4481513"/>
                <a:ext cx="190500" cy="190500"/>
              </a:xfrm>
              <a:custGeom>
                <a:rect b="b" l="l" r="r" t="t"/>
                <a:pathLst>
                  <a:path extrusionOk="0" h="40" w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101322"/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endParaRPr>
              </a:p>
            </p:txBody>
          </p:sp>
          <p:sp>
            <p:nvSpPr>
              <p:cNvPr id="28" name="Google Shape;28;p34"/>
              <p:cNvSpPr/>
              <p:nvPr/>
            </p:nvSpPr>
            <p:spPr>
              <a:xfrm>
                <a:off x="-14288" y="5627688"/>
                <a:ext cx="85725" cy="1216025"/>
              </a:xfrm>
              <a:custGeom>
                <a:rect b="b" l="l" r="r" t="t"/>
                <a:pathLst>
                  <a:path extrusionOk="0" h="766" w="54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101322"/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endParaRPr>
              </a:p>
            </p:txBody>
          </p:sp>
          <p:sp>
            <p:nvSpPr>
              <p:cNvPr id="29" name="Google Shape;29;p34"/>
              <p:cNvSpPr/>
              <p:nvPr/>
            </p:nvSpPr>
            <p:spPr>
              <a:xfrm>
                <a:off x="527050" y="4867275"/>
                <a:ext cx="190500" cy="188913"/>
              </a:xfrm>
              <a:custGeom>
                <a:rect b="b" l="l" r="r" t="t"/>
                <a:pathLst>
                  <a:path extrusionOk="0" h="40" w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101322"/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endParaRPr>
              </a:p>
            </p:txBody>
          </p:sp>
          <p:sp>
            <p:nvSpPr>
              <p:cNvPr id="30" name="Google Shape;30;p34"/>
              <p:cNvSpPr/>
              <p:nvPr/>
            </p:nvSpPr>
            <p:spPr>
              <a:xfrm>
                <a:off x="309562" y="5422900"/>
                <a:ext cx="374650" cy="1425575"/>
              </a:xfrm>
              <a:custGeom>
                <a:rect b="b" l="l" r="r" t="t"/>
                <a:pathLst>
                  <a:path extrusionOk="0" h="898" w="236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101322"/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endParaRPr>
              </a:p>
            </p:txBody>
          </p:sp>
          <p:sp>
            <p:nvSpPr>
              <p:cNvPr id="31" name="Google Shape;31;p34"/>
              <p:cNvSpPr/>
              <p:nvPr/>
            </p:nvSpPr>
            <p:spPr>
              <a:xfrm>
                <a:off x="569912" y="5945188"/>
                <a:ext cx="152400" cy="912813"/>
              </a:xfrm>
              <a:custGeom>
                <a:rect b="b" l="l" r="r" t="t"/>
                <a:pathLst>
                  <a:path extrusionOk="0" h="575" w="96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101322"/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endParaRPr>
              </a:p>
            </p:txBody>
          </p:sp>
          <p:sp>
            <p:nvSpPr>
              <p:cNvPr id="32" name="Google Shape;32;p34"/>
              <p:cNvSpPr/>
              <p:nvPr/>
            </p:nvSpPr>
            <p:spPr>
              <a:xfrm>
                <a:off x="612775" y="5246688"/>
                <a:ext cx="190500" cy="190500"/>
              </a:xfrm>
              <a:custGeom>
                <a:rect b="b" l="l" r="r" t="t"/>
                <a:pathLst>
                  <a:path extrusionOk="0" h="40" w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101322"/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endParaRPr>
              </a:p>
            </p:txBody>
          </p:sp>
          <p:sp>
            <p:nvSpPr>
              <p:cNvPr id="33" name="Google Shape;33;p34"/>
              <p:cNvSpPr/>
              <p:nvPr/>
            </p:nvSpPr>
            <p:spPr>
              <a:xfrm>
                <a:off x="612775" y="5764213"/>
                <a:ext cx="190500" cy="190500"/>
              </a:xfrm>
              <a:custGeom>
                <a:rect b="b" l="l" r="r" t="t"/>
                <a:pathLst>
                  <a:path extrusionOk="0" h="40" w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101322"/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endParaRPr>
              </a:p>
            </p:txBody>
          </p:sp>
          <p:sp>
            <p:nvSpPr>
              <p:cNvPr id="34" name="Google Shape;34;p34"/>
              <p:cNvSpPr/>
              <p:nvPr/>
            </p:nvSpPr>
            <p:spPr>
              <a:xfrm>
                <a:off x="669925" y="6330950"/>
                <a:ext cx="417513" cy="517525"/>
              </a:xfrm>
              <a:custGeom>
                <a:rect b="b" l="l" r="r" t="t"/>
                <a:pathLst>
                  <a:path extrusionOk="0" h="326" w="263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101322"/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endParaRPr>
              </a:p>
            </p:txBody>
          </p:sp>
          <p:sp>
            <p:nvSpPr>
              <p:cNvPr id="35" name="Google Shape;35;p34"/>
              <p:cNvSpPr/>
              <p:nvPr/>
            </p:nvSpPr>
            <p:spPr>
              <a:xfrm>
                <a:off x="1049337" y="6221413"/>
                <a:ext cx="157163" cy="147638"/>
              </a:xfrm>
              <a:custGeom>
                <a:rect b="b" l="l" r="r" t="t"/>
                <a:pathLst>
                  <a:path extrusionOk="0" h="31" w="33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101322"/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endParaRPr>
              </a:p>
            </p:txBody>
          </p:sp>
        </p:grpSp>
        <p:grpSp>
          <p:nvGrpSpPr>
            <p:cNvPr id="36" name="Google Shape;36;p34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</p:grpSpPr>
          <p:sp>
            <p:nvSpPr>
              <p:cNvPr id="37" name="Google Shape;37;p34"/>
              <p:cNvSpPr/>
              <p:nvPr/>
            </p:nvSpPr>
            <p:spPr>
              <a:xfrm>
                <a:off x="11483975" y="0"/>
                <a:ext cx="417513" cy="512763"/>
              </a:xfrm>
              <a:custGeom>
                <a:rect b="b" l="l" r="r" t="t"/>
                <a:pathLst>
                  <a:path extrusionOk="0" h="323" w="26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101322"/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endParaRPr>
              </a:p>
            </p:txBody>
          </p:sp>
          <p:sp>
            <p:nvSpPr>
              <p:cNvPr id="38" name="Google Shape;38;p34"/>
              <p:cNvSpPr/>
              <p:nvPr/>
            </p:nvSpPr>
            <p:spPr>
              <a:xfrm>
                <a:off x="11364912" y="474663"/>
                <a:ext cx="157163" cy="152400"/>
              </a:xfrm>
              <a:custGeom>
                <a:rect b="b" l="l" r="r" t="t"/>
                <a:pathLst>
                  <a:path extrusionOk="0" h="32" w="33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101322"/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endParaRPr>
              </a:p>
            </p:txBody>
          </p:sp>
          <p:sp>
            <p:nvSpPr>
              <p:cNvPr id="39" name="Google Shape;39;p34"/>
              <p:cNvSpPr/>
              <p:nvPr/>
            </p:nvSpPr>
            <p:spPr>
              <a:xfrm>
                <a:off x="11631612" y="1539875"/>
                <a:ext cx="188913" cy="190500"/>
              </a:xfrm>
              <a:custGeom>
                <a:rect b="b" l="l" r="r" t="t"/>
                <a:pathLst>
                  <a:path extrusionOk="0" h="40" w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101322"/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endParaRPr>
              </a:p>
            </p:txBody>
          </p:sp>
          <p:sp>
            <p:nvSpPr>
              <p:cNvPr id="40" name="Google Shape;40;p34"/>
              <p:cNvSpPr/>
              <p:nvPr/>
            </p:nvSpPr>
            <p:spPr>
              <a:xfrm>
                <a:off x="11531600" y="5694363"/>
                <a:ext cx="298450" cy="1154113"/>
              </a:xfrm>
              <a:custGeom>
                <a:rect b="b" l="l" r="r" t="t"/>
                <a:pathLst>
                  <a:path extrusionOk="0" h="727" w="188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101322"/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endParaRPr>
              </a:p>
            </p:txBody>
          </p:sp>
          <p:sp>
            <p:nvSpPr>
              <p:cNvPr id="41" name="Google Shape;41;p34"/>
              <p:cNvSpPr/>
              <p:nvPr/>
            </p:nvSpPr>
            <p:spPr>
              <a:xfrm>
                <a:off x="11772900" y="5551488"/>
                <a:ext cx="157163" cy="155575"/>
              </a:xfrm>
              <a:custGeom>
                <a:rect b="b" l="l" r="r" t="t"/>
                <a:pathLst>
                  <a:path extrusionOk="0" h="33" w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101322"/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endParaRPr>
              </a:p>
            </p:txBody>
          </p:sp>
          <p:sp>
            <p:nvSpPr>
              <p:cNvPr id="42" name="Google Shape;42;p34"/>
              <p:cNvSpPr/>
              <p:nvPr/>
            </p:nvSpPr>
            <p:spPr>
              <a:xfrm>
                <a:off x="11710987" y="4763"/>
                <a:ext cx="304800" cy="1544638"/>
              </a:xfrm>
              <a:custGeom>
                <a:rect b="b" l="l" r="r" t="t"/>
                <a:pathLst>
                  <a:path extrusionOk="0" h="973" w="192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101322"/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endParaRPr>
              </a:p>
            </p:txBody>
          </p:sp>
          <p:sp>
            <p:nvSpPr>
              <p:cNvPr id="43" name="Google Shape;43;p34"/>
              <p:cNvSpPr/>
              <p:nvPr/>
            </p:nvSpPr>
            <p:spPr>
              <a:xfrm>
                <a:off x="11636375" y="4867275"/>
                <a:ext cx="188913" cy="188913"/>
              </a:xfrm>
              <a:custGeom>
                <a:rect b="b" l="l" r="r" t="t"/>
                <a:pathLst>
                  <a:path extrusionOk="0" h="40" w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101322"/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endParaRPr>
              </a:p>
            </p:txBody>
          </p:sp>
          <p:sp>
            <p:nvSpPr>
              <p:cNvPr id="44" name="Google Shape;44;p34"/>
              <p:cNvSpPr/>
              <p:nvPr/>
            </p:nvSpPr>
            <p:spPr>
              <a:xfrm>
                <a:off x="11441112" y="5046663"/>
                <a:ext cx="307975" cy="1801813"/>
              </a:xfrm>
              <a:custGeom>
                <a:rect b="b" l="l" r="r" t="t"/>
                <a:pathLst>
                  <a:path extrusionOk="0" h="1135" w="194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101322"/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endParaRPr>
              </a:p>
            </p:txBody>
          </p:sp>
          <p:sp>
            <p:nvSpPr>
              <p:cNvPr id="45" name="Google Shape;45;p34"/>
              <p:cNvSpPr/>
              <p:nvPr/>
            </p:nvSpPr>
            <p:spPr>
              <a:xfrm>
                <a:off x="11849100" y="6416675"/>
                <a:ext cx="190500" cy="188913"/>
              </a:xfrm>
              <a:custGeom>
                <a:rect b="b" l="l" r="r" t="t"/>
                <a:pathLst>
                  <a:path extrusionOk="0" h="40" w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101322"/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endParaRPr>
              </a:p>
            </p:txBody>
          </p:sp>
          <p:sp>
            <p:nvSpPr>
              <p:cNvPr id="46" name="Google Shape;46;p34"/>
              <p:cNvSpPr/>
              <p:nvPr/>
            </p:nvSpPr>
            <p:spPr>
              <a:xfrm>
                <a:off x="11939587" y="6596063"/>
                <a:ext cx="23813" cy="252413"/>
              </a:xfrm>
              <a:prstGeom prst="rect">
                <a:avLst/>
              </a:prstGeom>
              <a:gradFill>
                <a:gsLst>
                  <a:gs pos="0">
                    <a:schemeClr val="dk2"/>
                  </a:gs>
                  <a:gs pos="100000">
                    <a:srgbClr val="101322"/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endParaRPr>
              </a:p>
            </p:txBody>
          </p:sp>
        </p:grpSp>
      </p:grpSp>
      <p:sp>
        <p:nvSpPr>
          <p:cNvPr id="47" name="Google Shape;47;p34"/>
          <p:cNvSpPr txBox="1"/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Twentieth Century"/>
              <a:buNone/>
              <a:defRPr b="0" i="0" sz="36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48" name="Google Shape;48;p34"/>
          <p:cNvSpPr txBox="1"/>
          <p:nvPr>
            <p:ph idx="1" type="body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19100" lvl="0" marL="457200" marR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indent="-387350" lvl="1" marL="9144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indent="-371475" lvl="2" marL="13716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25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indent="-355600" lvl="3" marL="18288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indent="-355600" lvl="4" marL="22860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indent="-339725" lvl="5" marL="27432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75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indent="-339725" lvl="6" marL="32004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75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indent="-339725" lvl="7" marL="36576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75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indent="-339725" lvl="8" marL="41148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75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/>
        </p:txBody>
      </p:sp>
      <p:sp>
        <p:nvSpPr>
          <p:cNvPr id="49" name="Google Shape;49;p34"/>
          <p:cNvSpPr txBox="1"/>
          <p:nvPr>
            <p:ph idx="10" type="dt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sz="1050">
                <a:solidFill>
                  <a:srgbClr val="888888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/>
        </p:txBody>
      </p:sp>
      <p:sp>
        <p:nvSpPr>
          <p:cNvPr id="50" name="Google Shape;50;p34"/>
          <p:cNvSpPr txBox="1"/>
          <p:nvPr>
            <p:ph idx="11" type="ftr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050" cap="none">
                <a:solidFill>
                  <a:srgbClr val="888888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/>
        </p:txBody>
      </p:sp>
      <p:sp>
        <p:nvSpPr>
          <p:cNvPr id="51" name="Google Shape;51;p34"/>
          <p:cNvSpPr txBox="1"/>
          <p:nvPr>
            <p:ph idx="12" type="sldNum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sz="1050" u="none">
                <a:solidFill>
                  <a:srgbClr val="888888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indent="0" lvl="1" marL="0" marR="0" rtl="0" algn="r">
              <a:spcBef>
                <a:spcPts val="0"/>
              </a:spcBef>
              <a:buNone/>
              <a:defRPr b="0" sz="1050" u="none">
                <a:solidFill>
                  <a:srgbClr val="888888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indent="0" lvl="2" marL="0" marR="0" rtl="0" algn="r">
              <a:spcBef>
                <a:spcPts val="0"/>
              </a:spcBef>
              <a:buNone/>
              <a:defRPr b="0" sz="1050" u="none">
                <a:solidFill>
                  <a:srgbClr val="888888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indent="0" lvl="3" marL="0" marR="0" rtl="0" algn="r">
              <a:spcBef>
                <a:spcPts val="0"/>
              </a:spcBef>
              <a:buNone/>
              <a:defRPr b="0" sz="1050" u="none">
                <a:solidFill>
                  <a:srgbClr val="888888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indent="0" lvl="4" marL="0" marR="0" rtl="0" algn="r">
              <a:spcBef>
                <a:spcPts val="0"/>
              </a:spcBef>
              <a:buNone/>
              <a:defRPr b="0" sz="1050" u="none">
                <a:solidFill>
                  <a:srgbClr val="888888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indent="0" lvl="5" marL="0" marR="0" rtl="0" algn="r">
              <a:spcBef>
                <a:spcPts val="0"/>
              </a:spcBef>
              <a:buNone/>
              <a:defRPr b="0" sz="1050" u="none">
                <a:solidFill>
                  <a:srgbClr val="888888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indent="0" lvl="6" marL="0" marR="0" rtl="0" algn="r">
              <a:spcBef>
                <a:spcPts val="0"/>
              </a:spcBef>
              <a:buNone/>
              <a:defRPr b="0" sz="1050" u="none">
                <a:solidFill>
                  <a:srgbClr val="888888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indent="0" lvl="7" marL="0" marR="0" rtl="0" algn="r">
              <a:spcBef>
                <a:spcPts val="0"/>
              </a:spcBef>
              <a:buNone/>
              <a:defRPr b="0" sz="1050" u="none">
                <a:solidFill>
                  <a:srgbClr val="888888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indent="0" lvl="8" marL="0" marR="0" rtl="0" algn="r">
              <a:spcBef>
                <a:spcPts val="0"/>
              </a:spcBef>
              <a:buNone/>
              <a:defRPr b="0" sz="1050" u="none">
                <a:solidFill>
                  <a:srgbClr val="888888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\\DROBO-FS\QuickDrops\JB\PPTX NG\Droplets\LightingOverlay.png" id="115" name="Google Shape;115;p33"/>
          <p:cNvPicPr preferRelativeResize="0"/>
          <p:nvPr/>
        </p:nvPicPr>
        <p:blipFill rotWithShape="1">
          <a:blip r:embed="rId2">
            <a:alphaModFix amt="30000"/>
          </a:blip>
          <a:srcRect b="0" l="0" r="0" t="0"/>
          <a:stretch/>
        </p:blipFill>
        <p:spPr>
          <a:xfrm>
            <a:off x="0" y="-1"/>
            <a:ext cx="12192003" cy="685800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16" name="Google Shape;116;p33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</p:grpSpPr>
        <p:grpSp>
          <p:nvGrpSpPr>
            <p:cNvPr id="117" name="Google Shape;117;p33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</p:grpSpPr>
          <p:sp>
            <p:nvSpPr>
              <p:cNvPr id="118" name="Google Shape;118;p33"/>
              <p:cNvSpPr/>
              <p:nvPr/>
            </p:nvSpPr>
            <p:spPr>
              <a:xfrm>
                <a:off x="114300" y="4763"/>
                <a:ext cx="23813" cy="2181225"/>
              </a:xfrm>
              <a:prstGeom prst="rect">
                <a:avLst/>
              </a:prstGeom>
              <a:gradFill>
                <a:gsLst>
                  <a:gs pos="0">
                    <a:schemeClr val="lt2"/>
                  </a:gs>
                  <a:gs pos="100000">
                    <a:srgbClr val="0D78C9"/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endParaRPr>
              </a:p>
            </p:txBody>
          </p:sp>
          <p:sp>
            <p:nvSpPr>
              <p:cNvPr id="119" name="Google Shape;119;p33"/>
              <p:cNvSpPr/>
              <p:nvPr/>
            </p:nvSpPr>
            <p:spPr>
              <a:xfrm>
                <a:off x="33337" y="2176463"/>
                <a:ext cx="190500" cy="190500"/>
              </a:xfrm>
              <a:custGeom>
                <a:rect b="b" l="l" r="r" t="t"/>
                <a:pathLst>
                  <a:path extrusionOk="0" h="40" w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0D78C9"/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endParaRPr>
              </a:p>
            </p:txBody>
          </p:sp>
          <p:sp>
            <p:nvSpPr>
              <p:cNvPr id="120" name="Google Shape;120;p33"/>
              <p:cNvSpPr/>
              <p:nvPr/>
            </p:nvSpPr>
            <p:spPr>
              <a:xfrm>
                <a:off x="28575" y="4021138"/>
                <a:ext cx="190500" cy="188913"/>
              </a:xfrm>
              <a:custGeom>
                <a:rect b="b" l="l" r="r" t="t"/>
                <a:pathLst>
                  <a:path extrusionOk="0" h="40" w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0D78C9"/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endParaRPr>
              </a:p>
            </p:txBody>
          </p:sp>
          <p:sp>
            <p:nvSpPr>
              <p:cNvPr id="121" name="Google Shape;121;p33"/>
              <p:cNvSpPr/>
              <p:nvPr/>
            </p:nvSpPr>
            <p:spPr>
              <a:xfrm>
                <a:off x="200025" y="4763"/>
                <a:ext cx="369888" cy="1811338"/>
              </a:xfrm>
              <a:custGeom>
                <a:rect b="b" l="l" r="r" t="t"/>
                <a:pathLst>
                  <a:path extrusionOk="0" h="1141" w="233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0D78C9"/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endParaRPr>
              </a:p>
            </p:txBody>
          </p:sp>
          <p:sp>
            <p:nvSpPr>
              <p:cNvPr id="122" name="Google Shape;122;p33"/>
              <p:cNvSpPr/>
              <p:nvPr/>
            </p:nvSpPr>
            <p:spPr>
              <a:xfrm>
                <a:off x="503237" y="1801813"/>
                <a:ext cx="190500" cy="188913"/>
              </a:xfrm>
              <a:custGeom>
                <a:rect b="b" l="l" r="r" t="t"/>
                <a:pathLst>
                  <a:path extrusionOk="0" h="40" w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0D78C9"/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endParaRPr>
              </a:p>
            </p:txBody>
          </p:sp>
          <p:sp>
            <p:nvSpPr>
              <p:cNvPr id="123" name="Google Shape;123;p33"/>
              <p:cNvSpPr/>
              <p:nvPr/>
            </p:nvSpPr>
            <p:spPr>
              <a:xfrm>
                <a:off x="285750" y="4763"/>
                <a:ext cx="369888" cy="1430338"/>
              </a:xfrm>
              <a:custGeom>
                <a:rect b="b" l="l" r="r" t="t"/>
                <a:pathLst>
                  <a:path extrusionOk="0" h="901" w="233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0D78C9"/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endParaRPr>
              </a:p>
            </p:txBody>
          </p:sp>
          <p:sp>
            <p:nvSpPr>
              <p:cNvPr id="124" name="Google Shape;124;p33"/>
              <p:cNvSpPr/>
              <p:nvPr/>
            </p:nvSpPr>
            <p:spPr>
              <a:xfrm>
                <a:off x="546100" y="0"/>
                <a:ext cx="152400" cy="912813"/>
              </a:xfrm>
              <a:custGeom>
                <a:rect b="b" l="l" r="r" t="t"/>
                <a:pathLst>
                  <a:path extrusionOk="0" h="575" w="96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0D78C9"/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endParaRPr>
              </a:p>
            </p:txBody>
          </p:sp>
          <p:sp>
            <p:nvSpPr>
              <p:cNvPr id="125" name="Google Shape;125;p33"/>
              <p:cNvSpPr/>
              <p:nvPr/>
            </p:nvSpPr>
            <p:spPr>
              <a:xfrm>
                <a:off x="588962" y="1420813"/>
                <a:ext cx="190500" cy="190500"/>
              </a:xfrm>
              <a:custGeom>
                <a:rect b="b" l="l" r="r" t="t"/>
                <a:pathLst>
                  <a:path extrusionOk="0" h="40" w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0D78C9"/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endParaRPr>
              </a:p>
            </p:txBody>
          </p:sp>
          <p:sp>
            <p:nvSpPr>
              <p:cNvPr id="126" name="Google Shape;126;p33"/>
              <p:cNvSpPr/>
              <p:nvPr/>
            </p:nvSpPr>
            <p:spPr>
              <a:xfrm>
                <a:off x="588962" y="903288"/>
                <a:ext cx="190500" cy="190500"/>
              </a:xfrm>
              <a:custGeom>
                <a:rect b="b" l="l" r="r" t="t"/>
                <a:pathLst>
                  <a:path extrusionOk="0" h="40" w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0D78C9"/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endParaRPr>
              </a:p>
            </p:txBody>
          </p:sp>
          <p:sp>
            <p:nvSpPr>
              <p:cNvPr id="127" name="Google Shape;127;p33"/>
              <p:cNvSpPr/>
              <p:nvPr/>
            </p:nvSpPr>
            <p:spPr>
              <a:xfrm>
                <a:off x="641350" y="0"/>
                <a:ext cx="422275" cy="527050"/>
              </a:xfrm>
              <a:custGeom>
                <a:rect b="b" l="l" r="r" t="t"/>
                <a:pathLst>
                  <a:path extrusionOk="0" h="332" w="266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0D78C9"/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endParaRPr>
              </a:p>
            </p:txBody>
          </p:sp>
          <p:sp>
            <p:nvSpPr>
              <p:cNvPr id="128" name="Google Shape;128;p33"/>
              <p:cNvSpPr/>
              <p:nvPr/>
            </p:nvSpPr>
            <p:spPr>
              <a:xfrm>
                <a:off x="1020762" y="488950"/>
                <a:ext cx="161925" cy="147638"/>
              </a:xfrm>
              <a:custGeom>
                <a:rect b="b" l="l" r="r" t="t"/>
                <a:pathLst>
                  <a:path extrusionOk="0" h="31" w="34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0D78C9"/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endParaRPr>
              </a:p>
            </p:txBody>
          </p:sp>
          <p:cxnSp>
            <p:nvCxnSpPr>
              <p:cNvPr id="129" name="Google Shape;129;p33"/>
              <p:cNvCxnSpPr/>
              <p:nvPr/>
            </p:nvCxnSpPr>
            <p:spPr>
              <a:xfrm>
                <a:off x="-4763" y="9525"/>
                <a:ext cx="0" cy="0"/>
              </a:xfrm>
              <a:prstGeom prst="straightConnector1">
                <a:avLst/>
              </a:prstGeom>
              <a:gradFill>
                <a:gsLst>
                  <a:gs pos="0">
                    <a:schemeClr val="lt2"/>
                  </a:gs>
                  <a:gs pos="100000">
                    <a:srgbClr val="0D78C9"/>
                  </a:gs>
                </a:gsLst>
                <a:lin ang="5400000" scaled="0"/>
              </a:gradFill>
              <a:ln cap="flat" cmpd="sng" w="9525">
                <a:solidFill>
                  <a:srgbClr val="FFFFFF"/>
                </a:solidFill>
                <a:prstDash val="solid"/>
                <a:miter lim="800000"/>
                <a:headEnd len="med" w="med" type="none"/>
                <a:tailEnd len="med" w="med" type="none"/>
              </a:ln>
            </p:spPr>
          </p:cxnSp>
          <p:sp>
            <p:nvSpPr>
              <p:cNvPr id="130" name="Google Shape;130;p33"/>
              <p:cNvSpPr/>
              <p:nvPr/>
            </p:nvSpPr>
            <p:spPr>
              <a:xfrm>
                <a:off x="9525" y="1801813"/>
                <a:ext cx="123825" cy="127000"/>
              </a:xfrm>
              <a:custGeom>
                <a:rect b="b" l="l" r="r" t="t"/>
                <a:pathLst>
                  <a:path extrusionOk="0" h="80" w="78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0D78C9"/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endParaRPr>
              </a:p>
            </p:txBody>
          </p:sp>
          <p:sp>
            <p:nvSpPr>
              <p:cNvPr id="131" name="Google Shape;131;p33"/>
              <p:cNvSpPr/>
              <p:nvPr/>
            </p:nvSpPr>
            <p:spPr>
              <a:xfrm>
                <a:off x="-9525" y="3549650"/>
                <a:ext cx="147638" cy="481013"/>
              </a:xfrm>
              <a:custGeom>
                <a:rect b="b" l="l" r="r" t="t"/>
                <a:pathLst>
                  <a:path extrusionOk="0" h="303" w="9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0D78C9"/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endParaRPr>
              </a:p>
            </p:txBody>
          </p:sp>
          <p:sp>
            <p:nvSpPr>
              <p:cNvPr id="132" name="Google Shape;132;p33"/>
              <p:cNvSpPr/>
              <p:nvPr/>
            </p:nvSpPr>
            <p:spPr>
              <a:xfrm>
                <a:off x="128587" y="1382713"/>
                <a:ext cx="142875" cy="476250"/>
              </a:xfrm>
              <a:custGeom>
                <a:rect b="b" l="l" r="r" t="t"/>
                <a:pathLst>
                  <a:path extrusionOk="0" h="300" w="9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0D78C9"/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endParaRPr>
              </a:p>
            </p:txBody>
          </p:sp>
          <p:sp>
            <p:nvSpPr>
              <p:cNvPr id="133" name="Google Shape;133;p33"/>
              <p:cNvSpPr/>
              <p:nvPr/>
            </p:nvSpPr>
            <p:spPr>
              <a:xfrm>
                <a:off x="204787" y="1849438"/>
                <a:ext cx="114300" cy="107950"/>
              </a:xfrm>
              <a:custGeom>
                <a:rect b="b" l="l" r="r" t="t"/>
                <a:pathLst>
                  <a:path extrusionOk="0" h="23" w="24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0D78C9"/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endParaRPr>
              </a:p>
            </p:txBody>
          </p:sp>
          <p:sp>
            <p:nvSpPr>
              <p:cNvPr id="134" name="Google Shape;134;p33"/>
              <p:cNvSpPr/>
              <p:nvPr/>
            </p:nvSpPr>
            <p:spPr>
              <a:xfrm>
                <a:off x="133350" y="4662488"/>
                <a:ext cx="23813" cy="2181225"/>
              </a:xfrm>
              <a:prstGeom prst="rect">
                <a:avLst/>
              </a:prstGeom>
              <a:gradFill>
                <a:gsLst>
                  <a:gs pos="0">
                    <a:schemeClr val="lt2"/>
                  </a:gs>
                  <a:gs pos="100000">
                    <a:srgbClr val="0D78C9"/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endParaRPr>
              </a:p>
            </p:txBody>
          </p:sp>
          <p:sp>
            <p:nvSpPr>
              <p:cNvPr id="135" name="Google Shape;135;p33"/>
              <p:cNvSpPr/>
              <p:nvPr/>
            </p:nvSpPr>
            <p:spPr>
              <a:xfrm>
                <a:off x="223837" y="5041900"/>
                <a:ext cx="369888" cy="1801813"/>
              </a:xfrm>
              <a:custGeom>
                <a:rect b="b" l="l" r="r" t="t"/>
                <a:pathLst>
                  <a:path extrusionOk="0" h="1135" w="233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0D78C9"/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endParaRPr>
              </a:p>
            </p:txBody>
          </p:sp>
          <p:sp>
            <p:nvSpPr>
              <p:cNvPr id="136" name="Google Shape;136;p33"/>
              <p:cNvSpPr/>
              <p:nvPr/>
            </p:nvSpPr>
            <p:spPr>
              <a:xfrm>
                <a:off x="52387" y="4481513"/>
                <a:ext cx="190500" cy="190500"/>
              </a:xfrm>
              <a:custGeom>
                <a:rect b="b" l="l" r="r" t="t"/>
                <a:pathLst>
                  <a:path extrusionOk="0" h="40" w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0D78C9"/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endParaRPr>
              </a:p>
            </p:txBody>
          </p:sp>
          <p:sp>
            <p:nvSpPr>
              <p:cNvPr id="137" name="Google Shape;137;p33"/>
              <p:cNvSpPr/>
              <p:nvPr/>
            </p:nvSpPr>
            <p:spPr>
              <a:xfrm>
                <a:off x="-14288" y="5627688"/>
                <a:ext cx="85725" cy="1216025"/>
              </a:xfrm>
              <a:custGeom>
                <a:rect b="b" l="l" r="r" t="t"/>
                <a:pathLst>
                  <a:path extrusionOk="0" h="766" w="54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0D78C9"/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endParaRPr>
              </a:p>
            </p:txBody>
          </p:sp>
          <p:sp>
            <p:nvSpPr>
              <p:cNvPr id="138" name="Google Shape;138;p33"/>
              <p:cNvSpPr/>
              <p:nvPr/>
            </p:nvSpPr>
            <p:spPr>
              <a:xfrm>
                <a:off x="527050" y="4867275"/>
                <a:ext cx="190500" cy="188913"/>
              </a:xfrm>
              <a:custGeom>
                <a:rect b="b" l="l" r="r" t="t"/>
                <a:pathLst>
                  <a:path extrusionOk="0" h="40" w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0D78C9"/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endParaRPr>
              </a:p>
            </p:txBody>
          </p:sp>
          <p:sp>
            <p:nvSpPr>
              <p:cNvPr id="139" name="Google Shape;139;p33"/>
              <p:cNvSpPr/>
              <p:nvPr/>
            </p:nvSpPr>
            <p:spPr>
              <a:xfrm>
                <a:off x="309562" y="5422900"/>
                <a:ext cx="374650" cy="1425575"/>
              </a:xfrm>
              <a:custGeom>
                <a:rect b="b" l="l" r="r" t="t"/>
                <a:pathLst>
                  <a:path extrusionOk="0" h="898" w="236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0D78C9"/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endParaRPr>
              </a:p>
            </p:txBody>
          </p:sp>
          <p:sp>
            <p:nvSpPr>
              <p:cNvPr id="140" name="Google Shape;140;p33"/>
              <p:cNvSpPr/>
              <p:nvPr/>
            </p:nvSpPr>
            <p:spPr>
              <a:xfrm>
                <a:off x="569912" y="5945188"/>
                <a:ext cx="152400" cy="912813"/>
              </a:xfrm>
              <a:custGeom>
                <a:rect b="b" l="l" r="r" t="t"/>
                <a:pathLst>
                  <a:path extrusionOk="0" h="575" w="96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0D78C9"/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endParaRPr>
              </a:p>
            </p:txBody>
          </p:sp>
          <p:sp>
            <p:nvSpPr>
              <p:cNvPr id="141" name="Google Shape;141;p33"/>
              <p:cNvSpPr/>
              <p:nvPr/>
            </p:nvSpPr>
            <p:spPr>
              <a:xfrm>
                <a:off x="612775" y="5246688"/>
                <a:ext cx="190500" cy="190500"/>
              </a:xfrm>
              <a:custGeom>
                <a:rect b="b" l="l" r="r" t="t"/>
                <a:pathLst>
                  <a:path extrusionOk="0" h="40" w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0D78C9"/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endParaRPr>
              </a:p>
            </p:txBody>
          </p:sp>
          <p:sp>
            <p:nvSpPr>
              <p:cNvPr id="142" name="Google Shape;142;p33"/>
              <p:cNvSpPr/>
              <p:nvPr/>
            </p:nvSpPr>
            <p:spPr>
              <a:xfrm>
                <a:off x="612775" y="5764213"/>
                <a:ext cx="190500" cy="190500"/>
              </a:xfrm>
              <a:custGeom>
                <a:rect b="b" l="l" r="r" t="t"/>
                <a:pathLst>
                  <a:path extrusionOk="0" h="40" w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0D78C9"/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endParaRPr>
              </a:p>
            </p:txBody>
          </p:sp>
          <p:sp>
            <p:nvSpPr>
              <p:cNvPr id="143" name="Google Shape;143;p33"/>
              <p:cNvSpPr/>
              <p:nvPr/>
            </p:nvSpPr>
            <p:spPr>
              <a:xfrm>
                <a:off x="669925" y="6330950"/>
                <a:ext cx="417513" cy="517525"/>
              </a:xfrm>
              <a:custGeom>
                <a:rect b="b" l="l" r="r" t="t"/>
                <a:pathLst>
                  <a:path extrusionOk="0" h="326" w="263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0D78C9"/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endParaRPr>
              </a:p>
            </p:txBody>
          </p:sp>
          <p:sp>
            <p:nvSpPr>
              <p:cNvPr id="144" name="Google Shape;144;p33"/>
              <p:cNvSpPr/>
              <p:nvPr/>
            </p:nvSpPr>
            <p:spPr>
              <a:xfrm>
                <a:off x="1049337" y="6221413"/>
                <a:ext cx="157163" cy="147638"/>
              </a:xfrm>
              <a:custGeom>
                <a:rect b="b" l="l" r="r" t="t"/>
                <a:pathLst>
                  <a:path extrusionOk="0" h="31" w="33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0D78C9"/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endParaRPr>
              </a:p>
            </p:txBody>
          </p:sp>
        </p:grpSp>
        <p:grpSp>
          <p:nvGrpSpPr>
            <p:cNvPr id="145" name="Google Shape;145;p33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</p:grpSpPr>
          <p:sp>
            <p:nvSpPr>
              <p:cNvPr id="146" name="Google Shape;146;p33"/>
              <p:cNvSpPr/>
              <p:nvPr/>
            </p:nvSpPr>
            <p:spPr>
              <a:xfrm>
                <a:off x="11483975" y="0"/>
                <a:ext cx="417513" cy="512763"/>
              </a:xfrm>
              <a:custGeom>
                <a:rect b="b" l="l" r="r" t="t"/>
                <a:pathLst>
                  <a:path extrusionOk="0" h="323" w="26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0D78C9"/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endParaRPr>
              </a:p>
            </p:txBody>
          </p:sp>
          <p:sp>
            <p:nvSpPr>
              <p:cNvPr id="147" name="Google Shape;147;p33"/>
              <p:cNvSpPr/>
              <p:nvPr/>
            </p:nvSpPr>
            <p:spPr>
              <a:xfrm>
                <a:off x="11364912" y="474663"/>
                <a:ext cx="157163" cy="152400"/>
              </a:xfrm>
              <a:custGeom>
                <a:rect b="b" l="l" r="r" t="t"/>
                <a:pathLst>
                  <a:path extrusionOk="0" h="32" w="33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0D78C9"/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endParaRPr>
              </a:p>
            </p:txBody>
          </p:sp>
          <p:sp>
            <p:nvSpPr>
              <p:cNvPr id="148" name="Google Shape;148;p33"/>
              <p:cNvSpPr/>
              <p:nvPr/>
            </p:nvSpPr>
            <p:spPr>
              <a:xfrm>
                <a:off x="11631612" y="1539875"/>
                <a:ext cx="188913" cy="190500"/>
              </a:xfrm>
              <a:custGeom>
                <a:rect b="b" l="l" r="r" t="t"/>
                <a:pathLst>
                  <a:path extrusionOk="0" h="40" w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0D78C9"/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endParaRPr>
              </a:p>
            </p:txBody>
          </p:sp>
          <p:sp>
            <p:nvSpPr>
              <p:cNvPr id="149" name="Google Shape;149;p33"/>
              <p:cNvSpPr/>
              <p:nvPr/>
            </p:nvSpPr>
            <p:spPr>
              <a:xfrm>
                <a:off x="11531600" y="5694363"/>
                <a:ext cx="298450" cy="1154113"/>
              </a:xfrm>
              <a:custGeom>
                <a:rect b="b" l="l" r="r" t="t"/>
                <a:pathLst>
                  <a:path extrusionOk="0" h="727" w="188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0D78C9"/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endParaRPr>
              </a:p>
            </p:txBody>
          </p:sp>
          <p:sp>
            <p:nvSpPr>
              <p:cNvPr id="150" name="Google Shape;150;p33"/>
              <p:cNvSpPr/>
              <p:nvPr/>
            </p:nvSpPr>
            <p:spPr>
              <a:xfrm>
                <a:off x="11772900" y="5551488"/>
                <a:ext cx="157163" cy="155575"/>
              </a:xfrm>
              <a:custGeom>
                <a:rect b="b" l="l" r="r" t="t"/>
                <a:pathLst>
                  <a:path extrusionOk="0" h="33" w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0D78C9"/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endParaRPr>
              </a:p>
            </p:txBody>
          </p:sp>
          <p:sp>
            <p:nvSpPr>
              <p:cNvPr id="151" name="Google Shape;151;p33"/>
              <p:cNvSpPr/>
              <p:nvPr/>
            </p:nvSpPr>
            <p:spPr>
              <a:xfrm>
                <a:off x="11710987" y="4763"/>
                <a:ext cx="304800" cy="1544638"/>
              </a:xfrm>
              <a:custGeom>
                <a:rect b="b" l="l" r="r" t="t"/>
                <a:pathLst>
                  <a:path extrusionOk="0" h="973" w="192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0D78C9"/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endParaRPr>
              </a:p>
            </p:txBody>
          </p:sp>
          <p:sp>
            <p:nvSpPr>
              <p:cNvPr id="152" name="Google Shape;152;p33"/>
              <p:cNvSpPr/>
              <p:nvPr/>
            </p:nvSpPr>
            <p:spPr>
              <a:xfrm>
                <a:off x="11636375" y="4867275"/>
                <a:ext cx="188913" cy="188913"/>
              </a:xfrm>
              <a:custGeom>
                <a:rect b="b" l="l" r="r" t="t"/>
                <a:pathLst>
                  <a:path extrusionOk="0" h="40" w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0D78C9"/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endParaRPr>
              </a:p>
            </p:txBody>
          </p:sp>
          <p:sp>
            <p:nvSpPr>
              <p:cNvPr id="153" name="Google Shape;153;p33"/>
              <p:cNvSpPr/>
              <p:nvPr/>
            </p:nvSpPr>
            <p:spPr>
              <a:xfrm>
                <a:off x="11441112" y="5046663"/>
                <a:ext cx="307975" cy="1801813"/>
              </a:xfrm>
              <a:custGeom>
                <a:rect b="b" l="l" r="r" t="t"/>
                <a:pathLst>
                  <a:path extrusionOk="0" h="1135" w="194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0D78C9"/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endParaRPr>
              </a:p>
            </p:txBody>
          </p:sp>
          <p:sp>
            <p:nvSpPr>
              <p:cNvPr id="154" name="Google Shape;154;p33"/>
              <p:cNvSpPr/>
              <p:nvPr/>
            </p:nvSpPr>
            <p:spPr>
              <a:xfrm>
                <a:off x="11849100" y="6416675"/>
                <a:ext cx="190500" cy="188913"/>
              </a:xfrm>
              <a:custGeom>
                <a:rect b="b" l="l" r="r" t="t"/>
                <a:pathLst>
                  <a:path extrusionOk="0" h="40" w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0D78C9"/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endParaRPr>
              </a:p>
            </p:txBody>
          </p:sp>
          <p:sp>
            <p:nvSpPr>
              <p:cNvPr id="155" name="Google Shape;155;p33"/>
              <p:cNvSpPr/>
              <p:nvPr/>
            </p:nvSpPr>
            <p:spPr>
              <a:xfrm>
                <a:off x="11939587" y="6596063"/>
                <a:ext cx="23813" cy="252413"/>
              </a:xfrm>
              <a:prstGeom prst="rect">
                <a:avLst/>
              </a:prstGeom>
              <a:gradFill>
                <a:gsLst>
                  <a:gs pos="0">
                    <a:schemeClr val="lt2"/>
                  </a:gs>
                  <a:gs pos="100000">
                    <a:srgbClr val="0D78C9"/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endParaRPr>
              </a:p>
            </p:txBody>
          </p:sp>
        </p:grpSp>
      </p:grpSp>
      <p:sp>
        <p:nvSpPr>
          <p:cNvPr id="156" name="Google Shape;156;p33"/>
          <p:cNvSpPr txBox="1"/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Twentieth Century"/>
              <a:buNone/>
              <a:defRPr b="0" i="0" sz="3600" u="none" cap="none" strike="noStrik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57" name="Google Shape;157;p33"/>
          <p:cNvSpPr txBox="1"/>
          <p:nvPr>
            <p:ph idx="1" type="body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19100" lvl="0" marL="457200" marR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Char char="•"/>
              <a:defRPr b="0" i="0" sz="2400" u="none" cap="none" strike="noStrik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indent="-387350" lvl="1" marL="9144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Arial"/>
              <a:buChar char="•"/>
              <a:defRPr b="0" i="0" sz="2000" u="none" cap="none" strike="noStrik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indent="-371475" lvl="2" marL="13716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indent="-355600" lvl="3" marL="18288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  <a:defRPr b="0" i="0" sz="1600" u="none" cap="none" strike="noStrik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indent="-355600" lvl="4" marL="22860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  <a:defRPr b="0" i="0" sz="1600" u="none" cap="none" strike="noStrik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indent="-339725" lvl="5" marL="27432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750"/>
              <a:buFont typeface="Arial"/>
              <a:buChar char="•"/>
              <a:defRPr b="0" i="0" sz="1400" u="none" cap="none" strike="noStrik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indent="-339725" lvl="6" marL="32004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750"/>
              <a:buFont typeface="Arial"/>
              <a:buChar char="•"/>
              <a:defRPr b="0" i="0" sz="1400" u="none" cap="none" strike="noStrik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indent="-339725" lvl="7" marL="36576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750"/>
              <a:buFont typeface="Arial"/>
              <a:buChar char="•"/>
              <a:defRPr b="0" i="0" sz="1400" u="none" cap="none" strike="noStrik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indent="-339725" lvl="8" marL="41148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750"/>
              <a:buFont typeface="Arial"/>
              <a:buChar char="•"/>
              <a:defRPr b="0" i="0" sz="1400" u="none" cap="none" strike="noStrik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/>
        </p:txBody>
      </p:sp>
      <p:sp>
        <p:nvSpPr>
          <p:cNvPr id="158" name="Google Shape;158;p33"/>
          <p:cNvSpPr txBox="1"/>
          <p:nvPr>
            <p:ph idx="10" type="dt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sz="105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/>
        </p:txBody>
      </p:sp>
      <p:sp>
        <p:nvSpPr>
          <p:cNvPr id="159" name="Google Shape;159;p33"/>
          <p:cNvSpPr txBox="1"/>
          <p:nvPr>
            <p:ph idx="11" type="ftr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050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/>
        </p:txBody>
      </p:sp>
      <p:sp>
        <p:nvSpPr>
          <p:cNvPr id="160" name="Google Shape;160;p33"/>
          <p:cNvSpPr txBox="1"/>
          <p:nvPr>
            <p:ph idx="12" type="sldNum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sz="1050" u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indent="0" lvl="1" marL="0" marR="0" rtl="0" algn="r">
              <a:spcBef>
                <a:spcPts val="0"/>
              </a:spcBef>
              <a:buNone/>
              <a:defRPr b="0" sz="1050" u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indent="0" lvl="2" marL="0" marR="0" rtl="0" algn="r">
              <a:spcBef>
                <a:spcPts val="0"/>
              </a:spcBef>
              <a:buNone/>
              <a:defRPr b="0" sz="1050" u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indent="0" lvl="3" marL="0" marR="0" rtl="0" algn="r">
              <a:spcBef>
                <a:spcPts val="0"/>
              </a:spcBef>
              <a:buNone/>
              <a:defRPr b="0" sz="1050" u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indent="0" lvl="4" marL="0" marR="0" rtl="0" algn="r">
              <a:spcBef>
                <a:spcPts val="0"/>
              </a:spcBef>
              <a:buNone/>
              <a:defRPr b="0" sz="1050" u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indent="0" lvl="5" marL="0" marR="0" rtl="0" algn="r">
              <a:spcBef>
                <a:spcPts val="0"/>
              </a:spcBef>
              <a:buNone/>
              <a:defRPr b="0" sz="1050" u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indent="0" lvl="6" marL="0" marR="0" rtl="0" algn="r">
              <a:spcBef>
                <a:spcPts val="0"/>
              </a:spcBef>
              <a:buNone/>
              <a:defRPr b="0" sz="1050" u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indent="0" lvl="7" marL="0" marR="0" rtl="0" algn="r">
              <a:spcBef>
                <a:spcPts val="0"/>
              </a:spcBef>
              <a:buNone/>
              <a:defRPr b="0" sz="1050" u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indent="0" lvl="8" marL="0" marR="0" rtl="0" algn="r">
              <a:spcBef>
                <a:spcPts val="0"/>
              </a:spcBef>
              <a:buNone/>
              <a:defRPr b="0" sz="1050" u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8.png"/><Relationship Id="rId4" Type="http://schemas.openxmlformats.org/officeDocument/2006/relationships/image" Target="../media/image5.png"/><Relationship Id="rId5" Type="http://schemas.openxmlformats.org/officeDocument/2006/relationships/image" Target="../media/image8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7.png"/><Relationship Id="rId4" Type="http://schemas.openxmlformats.org/officeDocument/2006/relationships/image" Target="../media/image11.png"/><Relationship Id="rId5" Type="http://schemas.openxmlformats.org/officeDocument/2006/relationships/image" Target="../media/image10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9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png"/><Relationship Id="rId4" Type="http://schemas.openxmlformats.org/officeDocument/2006/relationships/image" Target="../media/image9.png"/><Relationship Id="rId5" Type="http://schemas.openxmlformats.org/officeDocument/2006/relationships/image" Target="../media/image15.png"/><Relationship Id="rId6" Type="http://schemas.openxmlformats.org/officeDocument/2006/relationships/image" Target="../media/image4.png"/><Relationship Id="rId7" Type="http://schemas.openxmlformats.org/officeDocument/2006/relationships/image" Target="../media/image12.png"/><Relationship Id="rId8" Type="http://schemas.openxmlformats.org/officeDocument/2006/relationships/image" Target="../media/image39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png"/><Relationship Id="rId4" Type="http://schemas.openxmlformats.org/officeDocument/2006/relationships/image" Target="../media/image20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4.png"/><Relationship Id="rId4" Type="http://schemas.openxmlformats.org/officeDocument/2006/relationships/image" Target="../media/image13.png"/><Relationship Id="rId5" Type="http://schemas.openxmlformats.org/officeDocument/2006/relationships/image" Target="../media/image28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7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9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34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4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30.png"/><Relationship Id="rId4" Type="http://schemas.openxmlformats.org/officeDocument/2006/relationships/image" Target="../media/image26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32.png"/><Relationship Id="rId4" Type="http://schemas.openxmlformats.org/officeDocument/2006/relationships/image" Target="../media/image23.png"/><Relationship Id="rId5" Type="http://schemas.openxmlformats.org/officeDocument/2006/relationships/image" Target="../media/image25.png"/><Relationship Id="rId6" Type="http://schemas.openxmlformats.org/officeDocument/2006/relationships/image" Target="../media/image21.png"/><Relationship Id="rId7" Type="http://schemas.openxmlformats.org/officeDocument/2006/relationships/image" Target="../media/image35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33.png"/><Relationship Id="rId4" Type="http://schemas.openxmlformats.org/officeDocument/2006/relationships/image" Target="../media/image37.png"/><Relationship Id="rId5" Type="http://schemas.openxmlformats.org/officeDocument/2006/relationships/image" Target="../media/image22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43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42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40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31.png"/><Relationship Id="rId4" Type="http://schemas.openxmlformats.org/officeDocument/2006/relationships/image" Target="../media/image38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41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41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chemeClr val="lt1"/>
            </a:gs>
            <a:gs pos="100000">
              <a:srgbClr val="A6A6A6"/>
            </a:gs>
          </a:gsLst>
          <a:lin ang="5040000" scaled="0"/>
        </a:gradFill>
      </p:bgPr>
    </p:bg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3" name="Google Shape;343;p1"/>
          <p:cNvGrpSpPr/>
          <p:nvPr/>
        </p:nvGrpSpPr>
        <p:grpSpPr>
          <a:xfrm>
            <a:off x="0" y="-1"/>
            <a:ext cx="12192003" cy="6858001"/>
            <a:chOff x="0" y="-1"/>
            <a:chExt cx="12192003" cy="6858001"/>
          </a:xfrm>
        </p:grpSpPr>
        <p:sp>
          <p:nvSpPr>
            <p:cNvPr id="344" name="Google Shape;344;p1"/>
            <p:cNvSpPr/>
            <p:nvPr/>
          </p:nvSpPr>
          <p:spPr>
            <a:xfrm>
              <a:off x="1" y="-1"/>
              <a:ext cx="12192000" cy="6858000"/>
            </a:xfrm>
            <a:prstGeom prst="rect">
              <a:avLst/>
            </a:prstGeom>
            <a:gradFill>
              <a:gsLst>
                <a:gs pos="0">
                  <a:schemeClr val="lt1"/>
                </a:gs>
                <a:gs pos="100000">
                  <a:srgbClr val="A6A6A6"/>
                </a:gs>
              </a:gsLst>
              <a:lin ang="504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pic>
          <p:nvPicPr>
            <p:cNvPr id="345" name="Google Shape;345;p1"/>
            <p:cNvPicPr preferRelativeResize="0"/>
            <p:nvPr/>
          </p:nvPicPr>
          <p:blipFill rotWithShape="1">
            <a:blip r:embed="rId3">
              <a:alphaModFix amt="30000"/>
            </a:blip>
            <a:srcRect b="0" l="0" r="0" t="0"/>
            <a:stretch/>
          </p:blipFill>
          <p:spPr>
            <a:xfrm>
              <a:off x="0" y="-1"/>
              <a:ext cx="12192003" cy="6858001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46" name="Google Shape;346;p1"/>
          <p:cNvSpPr/>
          <p:nvPr/>
        </p:nvSpPr>
        <p:spPr>
          <a:xfrm>
            <a:off x="2582333" y="2235200"/>
            <a:ext cx="7027334" cy="2396067"/>
          </a:xfrm>
          <a:prstGeom prst="round2DiagRect">
            <a:avLst>
              <a:gd fmla="val 9246" name="adj1"/>
              <a:gd fmla="val 0" name="adj2"/>
            </a:avLst>
          </a:prstGeom>
          <a:solidFill>
            <a:srgbClr val="000000">
              <a:alpha val="80000"/>
            </a:srgbClr>
          </a:solidFill>
          <a:ln cap="sq" cmpd="sng" w="19050">
            <a:solidFill>
              <a:schemeClr val="dk2">
                <a:alpha val="60000"/>
              </a:schemeClr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88900" rotWithShape="0" algn="t" dir="54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grpSp>
        <p:nvGrpSpPr>
          <p:cNvPr id="347" name="Google Shape;347;p1"/>
          <p:cNvGrpSpPr/>
          <p:nvPr/>
        </p:nvGrpSpPr>
        <p:grpSpPr>
          <a:xfrm>
            <a:off x="605895" y="2900097"/>
            <a:ext cx="10982062" cy="1211524"/>
            <a:chOff x="605895" y="2900097"/>
            <a:chExt cx="10982062" cy="1211524"/>
          </a:xfrm>
        </p:grpSpPr>
        <p:sp>
          <p:nvSpPr>
            <p:cNvPr id="348" name="Google Shape;348;p1"/>
            <p:cNvSpPr/>
            <p:nvPr/>
          </p:nvSpPr>
          <p:spPr>
            <a:xfrm flipH="1" rot="-5400000">
              <a:off x="9653587" y="3379784"/>
              <a:ext cx="417513" cy="512763"/>
            </a:xfrm>
            <a:custGeom>
              <a:rect b="b" l="l" r="r" t="t"/>
              <a:pathLst>
                <a:path extrusionOk="0" h="323" w="263">
                  <a:moveTo>
                    <a:pt x="12" y="323"/>
                  </a:moveTo>
                  <a:lnTo>
                    <a:pt x="0" y="314"/>
                  </a:lnTo>
                  <a:lnTo>
                    <a:pt x="203" y="108"/>
                  </a:lnTo>
                  <a:lnTo>
                    <a:pt x="248" y="0"/>
                  </a:lnTo>
                  <a:lnTo>
                    <a:pt x="263" y="6"/>
                  </a:lnTo>
                  <a:lnTo>
                    <a:pt x="218" y="117"/>
                  </a:lnTo>
                  <a:lnTo>
                    <a:pt x="218" y="117"/>
                  </a:lnTo>
                  <a:lnTo>
                    <a:pt x="12" y="323"/>
                  </a:lnTo>
                  <a:close/>
                </a:path>
              </a:pathLst>
            </a:custGeom>
            <a:solidFill>
              <a:schemeClr val="dk2">
                <a:alpha val="60000"/>
              </a:schemeClr>
            </a:solidFill>
            <a:ln>
              <a:noFill/>
            </a:ln>
            <a:effectLst>
              <a:outerShdw blurRad="50800" rotWithShape="0" algn="tl" dir="2700000" dist="38100">
                <a:srgbClr val="000000">
                  <a:alpha val="58039"/>
                </a:srgbClr>
              </a:outerShdw>
            </a:effectLst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sp>
          <p:nvSpPr>
            <p:cNvPr id="349" name="Google Shape;349;p1"/>
            <p:cNvSpPr/>
            <p:nvPr/>
          </p:nvSpPr>
          <p:spPr>
            <a:xfrm flipH="1" rot="-5400000">
              <a:off x="10078244" y="3310728"/>
              <a:ext cx="157163" cy="152400"/>
            </a:xfrm>
            <a:custGeom>
              <a:rect b="b" l="l" r="r" t="t"/>
              <a:pathLst>
                <a:path extrusionOk="0" h="32" w="33">
                  <a:moveTo>
                    <a:pt x="17" y="32"/>
                  </a:moveTo>
                  <a:cubicBezTo>
                    <a:pt x="13" y="32"/>
                    <a:pt x="9" y="30"/>
                    <a:pt x="6" y="27"/>
                  </a:cubicBezTo>
                  <a:cubicBezTo>
                    <a:pt x="0" y="21"/>
                    <a:pt x="0" y="11"/>
                    <a:pt x="6" y="5"/>
                  </a:cubicBezTo>
                  <a:cubicBezTo>
                    <a:pt x="9" y="2"/>
                    <a:pt x="13" y="0"/>
                    <a:pt x="17" y="0"/>
                  </a:cubicBezTo>
                  <a:cubicBezTo>
                    <a:pt x="21" y="0"/>
                    <a:pt x="25" y="2"/>
                    <a:pt x="28" y="5"/>
                  </a:cubicBezTo>
                  <a:cubicBezTo>
                    <a:pt x="31" y="8"/>
                    <a:pt x="33" y="12"/>
                    <a:pt x="33" y="16"/>
                  </a:cubicBezTo>
                  <a:cubicBezTo>
                    <a:pt x="33" y="20"/>
                    <a:pt x="31" y="24"/>
                    <a:pt x="28" y="27"/>
                  </a:cubicBezTo>
                  <a:cubicBezTo>
                    <a:pt x="25" y="30"/>
                    <a:pt x="21" y="32"/>
                    <a:pt x="17" y="32"/>
                  </a:cubicBezTo>
                  <a:close/>
                  <a:moveTo>
                    <a:pt x="17" y="4"/>
                  </a:moveTo>
                  <a:cubicBezTo>
                    <a:pt x="14" y="4"/>
                    <a:pt x="11" y="6"/>
                    <a:pt x="9" y="8"/>
                  </a:cubicBezTo>
                  <a:cubicBezTo>
                    <a:pt x="4" y="12"/>
                    <a:pt x="4" y="20"/>
                    <a:pt x="9" y="24"/>
                  </a:cubicBezTo>
                  <a:cubicBezTo>
                    <a:pt x="11" y="27"/>
                    <a:pt x="14" y="28"/>
                    <a:pt x="17" y="28"/>
                  </a:cubicBezTo>
                  <a:cubicBezTo>
                    <a:pt x="20" y="28"/>
                    <a:pt x="23" y="27"/>
                    <a:pt x="26" y="24"/>
                  </a:cubicBezTo>
                  <a:cubicBezTo>
                    <a:pt x="30" y="20"/>
                    <a:pt x="30" y="12"/>
                    <a:pt x="26" y="8"/>
                  </a:cubicBezTo>
                  <a:cubicBezTo>
                    <a:pt x="23" y="6"/>
                    <a:pt x="20" y="4"/>
                    <a:pt x="17" y="4"/>
                  </a:cubicBezTo>
                  <a:close/>
                </a:path>
              </a:pathLst>
            </a:custGeom>
            <a:solidFill>
              <a:schemeClr val="dk2">
                <a:alpha val="60000"/>
              </a:schemeClr>
            </a:solidFill>
            <a:ln>
              <a:noFill/>
            </a:ln>
            <a:effectLst>
              <a:outerShdw blurRad="50800" rotWithShape="0" algn="tl" dir="2700000" dist="38100">
                <a:srgbClr val="000000">
                  <a:alpha val="58039"/>
                </a:srgbClr>
              </a:outerShdw>
            </a:effectLst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sp>
          <p:nvSpPr>
            <p:cNvPr id="350" name="Google Shape;350;p1"/>
            <p:cNvSpPr/>
            <p:nvPr/>
          </p:nvSpPr>
          <p:spPr>
            <a:xfrm flipH="1" rot="-5400000">
              <a:off x="11146631" y="3574253"/>
              <a:ext cx="188913" cy="190500"/>
            </a:xfrm>
            <a:custGeom>
              <a:rect b="b" l="l" r="r" t="t"/>
              <a:pathLst>
                <a:path extrusionOk="0" h="40" w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solidFill>
              <a:schemeClr val="dk2">
                <a:alpha val="60000"/>
              </a:schemeClr>
            </a:solidFill>
            <a:ln>
              <a:noFill/>
            </a:ln>
            <a:effectLst>
              <a:outerShdw blurRad="50800" rotWithShape="0" algn="tl" dir="2700000" dist="38100">
                <a:srgbClr val="000000">
                  <a:alpha val="58039"/>
                </a:srgbClr>
              </a:outerShdw>
            </a:effectLst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sp>
          <p:nvSpPr>
            <p:cNvPr id="351" name="Google Shape;351;p1"/>
            <p:cNvSpPr/>
            <p:nvPr/>
          </p:nvSpPr>
          <p:spPr>
            <a:xfrm flipH="1" rot="-5400000">
              <a:off x="10230644" y="3034502"/>
              <a:ext cx="304800" cy="1544638"/>
            </a:xfrm>
            <a:custGeom>
              <a:rect b="b" l="l" r="r" t="t"/>
              <a:pathLst>
                <a:path extrusionOk="0" h="973" w="192">
                  <a:moveTo>
                    <a:pt x="15" y="973"/>
                  </a:moveTo>
                  <a:lnTo>
                    <a:pt x="0" y="973"/>
                  </a:lnTo>
                  <a:lnTo>
                    <a:pt x="0" y="790"/>
                  </a:lnTo>
                  <a:lnTo>
                    <a:pt x="174" y="614"/>
                  </a:lnTo>
                  <a:lnTo>
                    <a:pt x="174" y="0"/>
                  </a:lnTo>
                  <a:lnTo>
                    <a:pt x="192" y="0"/>
                  </a:lnTo>
                  <a:lnTo>
                    <a:pt x="192" y="620"/>
                  </a:lnTo>
                  <a:lnTo>
                    <a:pt x="15" y="796"/>
                  </a:lnTo>
                  <a:lnTo>
                    <a:pt x="15" y="973"/>
                  </a:lnTo>
                  <a:close/>
                </a:path>
              </a:pathLst>
            </a:custGeom>
            <a:solidFill>
              <a:schemeClr val="dk2">
                <a:alpha val="60000"/>
              </a:schemeClr>
            </a:solidFill>
            <a:ln>
              <a:noFill/>
            </a:ln>
            <a:effectLst>
              <a:outerShdw blurRad="50800" rotWithShape="0" algn="tl" dir="2700000" dist="38100">
                <a:srgbClr val="000000">
                  <a:alpha val="58039"/>
                </a:srgbClr>
              </a:outerShdw>
            </a:effectLst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sp>
          <p:nvSpPr>
            <p:cNvPr id="352" name="Google Shape;352;p1"/>
            <p:cNvSpPr/>
            <p:nvPr/>
          </p:nvSpPr>
          <p:spPr>
            <a:xfrm rot="5400000">
              <a:off x="10034587" y="2562753"/>
              <a:ext cx="298450" cy="1154113"/>
            </a:xfrm>
            <a:custGeom>
              <a:rect b="b" l="l" r="r" t="t"/>
              <a:pathLst>
                <a:path extrusionOk="0" h="727" w="188">
                  <a:moveTo>
                    <a:pt x="15" y="727"/>
                  </a:moveTo>
                  <a:lnTo>
                    <a:pt x="0" y="727"/>
                  </a:lnTo>
                  <a:lnTo>
                    <a:pt x="0" y="407"/>
                  </a:lnTo>
                  <a:lnTo>
                    <a:pt x="0" y="407"/>
                  </a:lnTo>
                  <a:lnTo>
                    <a:pt x="176" y="0"/>
                  </a:lnTo>
                  <a:lnTo>
                    <a:pt x="188" y="6"/>
                  </a:lnTo>
                  <a:lnTo>
                    <a:pt x="15" y="410"/>
                  </a:lnTo>
                  <a:lnTo>
                    <a:pt x="15" y="727"/>
                  </a:lnTo>
                  <a:close/>
                </a:path>
              </a:pathLst>
            </a:custGeom>
            <a:solidFill>
              <a:schemeClr val="dk2">
                <a:alpha val="60000"/>
              </a:schemeClr>
            </a:solidFill>
            <a:ln>
              <a:noFill/>
            </a:ln>
            <a:effectLst>
              <a:outerShdw blurRad="50800" rotWithShape="0" algn="tl" dir="2700000" dist="38100">
                <a:srgbClr val="000000">
                  <a:alpha val="58039"/>
                </a:srgbClr>
              </a:outerShdw>
            </a:effectLst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sp>
          <p:nvSpPr>
            <p:cNvPr id="353" name="Google Shape;353;p1"/>
            <p:cNvSpPr/>
            <p:nvPr/>
          </p:nvSpPr>
          <p:spPr>
            <a:xfrm rot="5400000">
              <a:off x="10747375" y="3232679"/>
              <a:ext cx="157163" cy="155575"/>
            </a:xfrm>
            <a:custGeom>
              <a:rect b="b" l="l" r="r" t="t"/>
              <a:pathLst>
                <a:path extrusionOk="0" h="33" w="33">
                  <a:moveTo>
                    <a:pt x="17" y="33"/>
                  </a:moveTo>
                  <a:cubicBezTo>
                    <a:pt x="8" y="33"/>
                    <a:pt x="0" y="25"/>
                    <a:pt x="0" y="16"/>
                  </a:cubicBezTo>
                  <a:cubicBezTo>
                    <a:pt x="0" y="7"/>
                    <a:pt x="8" y="0"/>
                    <a:pt x="17" y="0"/>
                  </a:cubicBezTo>
                  <a:cubicBezTo>
                    <a:pt x="26" y="0"/>
                    <a:pt x="33" y="7"/>
                    <a:pt x="33" y="16"/>
                  </a:cubicBezTo>
                  <a:cubicBezTo>
                    <a:pt x="33" y="25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9"/>
                    <a:pt x="4" y="16"/>
                  </a:cubicBezTo>
                  <a:cubicBezTo>
                    <a:pt x="4" y="23"/>
                    <a:pt x="10" y="29"/>
                    <a:pt x="17" y="29"/>
                  </a:cubicBezTo>
                  <a:cubicBezTo>
                    <a:pt x="23" y="29"/>
                    <a:pt x="29" y="23"/>
                    <a:pt x="29" y="16"/>
                  </a:cubicBezTo>
                  <a:cubicBezTo>
                    <a:pt x="29" y="9"/>
                    <a:pt x="23" y="4"/>
                    <a:pt x="17" y="4"/>
                  </a:cubicBezTo>
                  <a:close/>
                </a:path>
              </a:pathLst>
            </a:custGeom>
            <a:solidFill>
              <a:schemeClr val="dk2">
                <a:alpha val="60000"/>
              </a:schemeClr>
            </a:solidFill>
            <a:ln>
              <a:noFill/>
            </a:ln>
            <a:effectLst>
              <a:outerShdw blurRad="50800" rotWithShape="0" algn="tl" dir="2700000" dist="38100">
                <a:srgbClr val="000000">
                  <a:alpha val="58039"/>
                </a:srgbClr>
              </a:outerShdw>
            </a:effectLst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sp>
          <p:nvSpPr>
            <p:cNvPr id="354" name="Google Shape;354;p1"/>
            <p:cNvSpPr/>
            <p:nvPr/>
          </p:nvSpPr>
          <p:spPr>
            <a:xfrm rot="5400000">
              <a:off x="11399044" y="3095360"/>
              <a:ext cx="188913" cy="188913"/>
            </a:xfrm>
            <a:custGeom>
              <a:rect b="b" l="l" r="r" t="t"/>
              <a:pathLst>
                <a:path extrusionOk="0" h="40" w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solidFill>
              <a:schemeClr val="dk2">
                <a:alpha val="60000"/>
              </a:schemeClr>
            </a:solidFill>
            <a:ln>
              <a:noFill/>
            </a:ln>
            <a:effectLst>
              <a:outerShdw blurRad="50800" rotWithShape="0" algn="tl" dir="2700000" dist="38100">
                <a:srgbClr val="000000">
                  <a:alpha val="58039"/>
                </a:srgbClr>
              </a:outerShdw>
            </a:effectLst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sp>
          <p:nvSpPr>
            <p:cNvPr id="355" name="Google Shape;355;p1"/>
            <p:cNvSpPr/>
            <p:nvPr/>
          </p:nvSpPr>
          <p:spPr>
            <a:xfrm rot="5400000">
              <a:off x="10353675" y="2153178"/>
              <a:ext cx="307975" cy="1801813"/>
            </a:xfrm>
            <a:custGeom>
              <a:rect b="b" l="l" r="r" t="t"/>
              <a:pathLst>
                <a:path extrusionOk="0" h="1135" w="194">
                  <a:moveTo>
                    <a:pt x="18" y="1135"/>
                  </a:moveTo>
                  <a:lnTo>
                    <a:pt x="0" y="1135"/>
                  </a:lnTo>
                  <a:lnTo>
                    <a:pt x="0" y="354"/>
                  </a:lnTo>
                  <a:lnTo>
                    <a:pt x="176" y="177"/>
                  </a:lnTo>
                  <a:lnTo>
                    <a:pt x="176" y="0"/>
                  </a:lnTo>
                  <a:lnTo>
                    <a:pt x="194" y="0"/>
                  </a:lnTo>
                  <a:lnTo>
                    <a:pt x="194" y="183"/>
                  </a:lnTo>
                  <a:lnTo>
                    <a:pt x="18" y="360"/>
                  </a:lnTo>
                  <a:lnTo>
                    <a:pt x="18" y="1135"/>
                  </a:lnTo>
                  <a:close/>
                </a:path>
              </a:pathLst>
            </a:custGeom>
            <a:solidFill>
              <a:schemeClr val="dk2">
                <a:alpha val="60000"/>
              </a:schemeClr>
            </a:solidFill>
            <a:ln>
              <a:noFill/>
            </a:ln>
            <a:effectLst>
              <a:outerShdw blurRad="50800" rotWithShape="0" algn="tl" dir="2700000" dist="38100">
                <a:srgbClr val="000000">
                  <a:alpha val="58039"/>
                </a:srgbClr>
              </a:outerShdw>
            </a:effectLst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sp>
          <p:nvSpPr>
            <p:cNvPr id="356" name="Google Shape;356;p1"/>
            <p:cNvSpPr/>
            <p:nvPr/>
          </p:nvSpPr>
          <p:spPr>
            <a:xfrm rot="5400000">
              <a:off x="9848850" y="3308878"/>
              <a:ext cx="190500" cy="188913"/>
            </a:xfrm>
            <a:custGeom>
              <a:rect b="b" l="l" r="r" t="t"/>
              <a:pathLst>
                <a:path extrusionOk="0" h="40" w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solidFill>
              <a:schemeClr val="dk2">
                <a:alpha val="60000"/>
              </a:schemeClr>
            </a:solidFill>
            <a:ln>
              <a:noFill/>
            </a:ln>
            <a:effectLst>
              <a:outerShdw blurRad="50800" rotWithShape="0" algn="tl" dir="2700000" dist="38100">
                <a:srgbClr val="000000">
                  <a:alpha val="58039"/>
                </a:srgbClr>
              </a:outerShdw>
            </a:effectLst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sp>
          <p:nvSpPr>
            <p:cNvPr id="357" name="Google Shape;357;p1"/>
            <p:cNvSpPr/>
            <p:nvPr/>
          </p:nvSpPr>
          <p:spPr>
            <a:xfrm rot="5400000">
              <a:off x="9721056" y="3284272"/>
              <a:ext cx="23813" cy="252413"/>
            </a:xfrm>
            <a:prstGeom prst="rect">
              <a:avLst/>
            </a:prstGeom>
            <a:solidFill>
              <a:schemeClr val="dk2">
                <a:alpha val="60000"/>
              </a:schemeClr>
            </a:solidFill>
            <a:ln>
              <a:noFill/>
            </a:ln>
            <a:effectLst>
              <a:outerShdw blurRad="50800" rotWithShape="0" algn="tl" dir="2700000" dist="38100">
                <a:srgbClr val="000000">
                  <a:alpha val="58039"/>
                </a:srgbClr>
              </a:outerShdw>
            </a:effectLst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sp>
          <p:nvSpPr>
            <p:cNvPr id="358" name="Google Shape;358;p1"/>
            <p:cNvSpPr/>
            <p:nvPr/>
          </p:nvSpPr>
          <p:spPr>
            <a:xfrm rot="5400000">
              <a:off x="2122751" y="3532184"/>
              <a:ext cx="417513" cy="512763"/>
            </a:xfrm>
            <a:custGeom>
              <a:rect b="b" l="l" r="r" t="t"/>
              <a:pathLst>
                <a:path extrusionOk="0" h="323" w="263">
                  <a:moveTo>
                    <a:pt x="12" y="323"/>
                  </a:moveTo>
                  <a:lnTo>
                    <a:pt x="0" y="314"/>
                  </a:lnTo>
                  <a:lnTo>
                    <a:pt x="203" y="108"/>
                  </a:lnTo>
                  <a:lnTo>
                    <a:pt x="248" y="0"/>
                  </a:lnTo>
                  <a:lnTo>
                    <a:pt x="263" y="6"/>
                  </a:lnTo>
                  <a:lnTo>
                    <a:pt x="218" y="117"/>
                  </a:lnTo>
                  <a:lnTo>
                    <a:pt x="218" y="117"/>
                  </a:lnTo>
                  <a:lnTo>
                    <a:pt x="12" y="323"/>
                  </a:lnTo>
                  <a:close/>
                </a:path>
              </a:pathLst>
            </a:custGeom>
            <a:solidFill>
              <a:schemeClr val="dk2">
                <a:alpha val="60000"/>
              </a:schemeClr>
            </a:solidFill>
            <a:ln>
              <a:noFill/>
            </a:ln>
            <a:effectLst>
              <a:outerShdw blurRad="50800" rotWithShape="0" algn="tl" dir="2700000" dist="38100">
                <a:srgbClr val="000000">
                  <a:alpha val="58039"/>
                </a:srgbClr>
              </a:outerShdw>
            </a:effectLst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sp>
          <p:nvSpPr>
            <p:cNvPr id="359" name="Google Shape;359;p1"/>
            <p:cNvSpPr/>
            <p:nvPr/>
          </p:nvSpPr>
          <p:spPr>
            <a:xfrm rot="5400000">
              <a:off x="1958445" y="3463128"/>
              <a:ext cx="157163" cy="152400"/>
            </a:xfrm>
            <a:custGeom>
              <a:rect b="b" l="l" r="r" t="t"/>
              <a:pathLst>
                <a:path extrusionOk="0" h="32" w="33">
                  <a:moveTo>
                    <a:pt x="17" y="32"/>
                  </a:moveTo>
                  <a:cubicBezTo>
                    <a:pt x="13" y="32"/>
                    <a:pt x="9" y="30"/>
                    <a:pt x="6" y="27"/>
                  </a:cubicBezTo>
                  <a:cubicBezTo>
                    <a:pt x="0" y="21"/>
                    <a:pt x="0" y="11"/>
                    <a:pt x="6" y="5"/>
                  </a:cubicBezTo>
                  <a:cubicBezTo>
                    <a:pt x="9" y="2"/>
                    <a:pt x="13" y="0"/>
                    <a:pt x="17" y="0"/>
                  </a:cubicBezTo>
                  <a:cubicBezTo>
                    <a:pt x="21" y="0"/>
                    <a:pt x="25" y="2"/>
                    <a:pt x="28" y="5"/>
                  </a:cubicBezTo>
                  <a:cubicBezTo>
                    <a:pt x="31" y="8"/>
                    <a:pt x="33" y="12"/>
                    <a:pt x="33" y="16"/>
                  </a:cubicBezTo>
                  <a:cubicBezTo>
                    <a:pt x="33" y="20"/>
                    <a:pt x="31" y="24"/>
                    <a:pt x="28" y="27"/>
                  </a:cubicBezTo>
                  <a:cubicBezTo>
                    <a:pt x="25" y="30"/>
                    <a:pt x="21" y="32"/>
                    <a:pt x="17" y="32"/>
                  </a:cubicBezTo>
                  <a:close/>
                  <a:moveTo>
                    <a:pt x="17" y="4"/>
                  </a:moveTo>
                  <a:cubicBezTo>
                    <a:pt x="14" y="4"/>
                    <a:pt x="11" y="6"/>
                    <a:pt x="9" y="8"/>
                  </a:cubicBezTo>
                  <a:cubicBezTo>
                    <a:pt x="4" y="12"/>
                    <a:pt x="4" y="20"/>
                    <a:pt x="9" y="24"/>
                  </a:cubicBezTo>
                  <a:cubicBezTo>
                    <a:pt x="11" y="27"/>
                    <a:pt x="14" y="28"/>
                    <a:pt x="17" y="28"/>
                  </a:cubicBezTo>
                  <a:cubicBezTo>
                    <a:pt x="20" y="28"/>
                    <a:pt x="23" y="27"/>
                    <a:pt x="26" y="24"/>
                  </a:cubicBezTo>
                  <a:cubicBezTo>
                    <a:pt x="30" y="20"/>
                    <a:pt x="30" y="12"/>
                    <a:pt x="26" y="8"/>
                  </a:cubicBezTo>
                  <a:cubicBezTo>
                    <a:pt x="23" y="6"/>
                    <a:pt x="20" y="4"/>
                    <a:pt x="17" y="4"/>
                  </a:cubicBezTo>
                  <a:close/>
                </a:path>
              </a:pathLst>
            </a:custGeom>
            <a:solidFill>
              <a:schemeClr val="dk2">
                <a:alpha val="60000"/>
              </a:schemeClr>
            </a:solidFill>
            <a:ln>
              <a:noFill/>
            </a:ln>
            <a:effectLst>
              <a:outerShdw blurRad="50800" rotWithShape="0" algn="tl" dir="2700000" dist="38100">
                <a:srgbClr val="000000">
                  <a:alpha val="58039"/>
                </a:srgbClr>
              </a:outerShdw>
            </a:effectLst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sp>
          <p:nvSpPr>
            <p:cNvPr id="360" name="Google Shape;360;p1"/>
            <p:cNvSpPr/>
            <p:nvPr/>
          </p:nvSpPr>
          <p:spPr>
            <a:xfrm rot="5400000">
              <a:off x="858308" y="3726653"/>
              <a:ext cx="188913" cy="190500"/>
            </a:xfrm>
            <a:custGeom>
              <a:rect b="b" l="l" r="r" t="t"/>
              <a:pathLst>
                <a:path extrusionOk="0" h="40" w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solidFill>
              <a:schemeClr val="dk2">
                <a:alpha val="60000"/>
              </a:schemeClr>
            </a:solidFill>
            <a:ln>
              <a:noFill/>
            </a:ln>
            <a:effectLst>
              <a:outerShdw blurRad="50800" rotWithShape="0" algn="tl" dir="2700000" dist="38100">
                <a:srgbClr val="000000">
                  <a:alpha val="58039"/>
                </a:srgbClr>
              </a:outerShdw>
            </a:effectLst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sp>
          <p:nvSpPr>
            <p:cNvPr id="361" name="Google Shape;361;p1"/>
            <p:cNvSpPr/>
            <p:nvPr/>
          </p:nvSpPr>
          <p:spPr>
            <a:xfrm rot="5400000">
              <a:off x="1658407" y="3186902"/>
              <a:ext cx="304800" cy="1544638"/>
            </a:xfrm>
            <a:custGeom>
              <a:rect b="b" l="l" r="r" t="t"/>
              <a:pathLst>
                <a:path extrusionOk="0" h="973" w="192">
                  <a:moveTo>
                    <a:pt x="15" y="973"/>
                  </a:moveTo>
                  <a:lnTo>
                    <a:pt x="0" y="973"/>
                  </a:lnTo>
                  <a:lnTo>
                    <a:pt x="0" y="790"/>
                  </a:lnTo>
                  <a:lnTo>
                    <a:pt x="174" y="614"/>
                  </a:lnTo>
                  <a:lnTo>
                    <a:pt x="174" y="0"/>
                  </a:lnTo>
                  <a:lnTo>
                    <a:pt x="192" y="0"/>
                  </a:lnTo>
                  <a:lnTo>
                    <a:pt x="192" y="620"/>
                  </a:lnTo>
                  <a:lnTo>
                    <a:pt x="15" y="796"/>
                  </a:lnTo>
                  <a:lnTo>
                    <a:pt x="15" y="973"/>
                  </a:lnTo>
                  <a:close/>
                </a:path>
              </a:pathLst>
            </a:custGeom>
            <a:solidFill>
              <a:schemeClr val="dk2">
                <a:alpha val="60000"/>
              </a:schemeClr>
            </a:solidFill>
            <a:ln>
              <a:noFill/>
            </a:ln>
            <a:effectLst>
              <a:outerShdw blurRad="50800" rotWithShape="0" algn="tl" dir="2700000" dist="38100">
                <a:srgbClr val="000000">
                  <a:alpha val="58039"/>
                </a:srgbClr>
              </a:outerShdw>
            </a:effectLst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sp>
          <p:nvSpPr>
            <p:cNvPr id="362" name="Google Shape;362;p1"/>
            <p:cNvSpPr/>
            <p:nvPr/>
          </p:nvSpPr>
          <p:spPr>
            <a:xfrm flipH="1" rot="-5400000">
              <a:off x="1860814" y="2715153"/>
              <a:ext cx="298450" cy="1154113"/>
            </a:xfrm>
            <a:custGeom>
              <a:rect b="b" l="l" r="r" t="t"/>
              <a:pathLst>
                <a:path extrusionOk="0" h="727" w="188">
                  <a:moveTo>
                    <a:pt x="15" y="727"/>
                  </a:moveTo>
                  <a:lnTo>
                    <a:pt x="0" y="727"/>
                  </a:lnTo>
                  <a:lnTo>
                    <a:pt x="0" y="407"/>
                  </a:lnTo>
                  <a:lnTo>
                    <a:pt x="0" y="407"/>
                  </a:lnTo>
                  <a:lnTo>
                    <a:pt x="176" y="0"/>
                  </a:lnTo>
                  <a:lnTo>
                    <a:pt x="188" y="6"/>
                  </a:lnTo>
                  <a:lnTo>
                    <a:pt x="15" y="410"/>
                  </a:lnTo>
                  <a:lnTo>
                    <a:pt x="15" y="727"/>
                  </a:lnTo>
                  <a:close/>
                </a:path>
              </a:pathLst>
            </a:custGeom>
            <a:solidFill>
              <a:schemeClr val="dk2">
                <a:alpha val="60000"/>
              </a:schemeClr>
            </a:solidFill>
            <a:ln>
              <a:noFill/>
            </a:ln>
            <a:effectLst>
              <a:outerShdw blurRad="50800" rotWithShape="0" algn="tl" dir="2700000" dist="38100">
                <a:srgbClr val="000000">
                  <a:alpha val="58039"/>
                </a:srgbClr>
              </a:outerShdw>
            </a:effectLst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sp>
          <p:nvSpPr>
            <p:cNvPr id="363" name="Google Shape;363;p1"/>
            <p:cNvSpPr/>
            <p:nvPr/>
          </p:nvSpPr>
          <p:spPr>
            <a:xfrm flipH="1" rot="-5400000">
              <a:off x="1289314" y="3385079"/>
              <a:ext cx="157163" cy="155575"/>
            </a:xfrm>
            <a:custGeom>
              <a:rect b="b" l="l" r="r" t="t"/>
              <a:pathLst>
                <a:path extrusionOk="0" h="33" w="33">
                  <a:moveTo>
                    <a:pt x="17" y="33"/>
                  </a:moveTo>
                  <a:cubicBezTo>
                    <a:pt x="8" y="33"/>
                    <a:pt x="0" y="25"/>
                    <a:pt x="0" y="16"/>
                  </a:cubicBezTo>
                  <a:cubicBezTo>
                    <a:pt x="0" y="7"/>
                    <a:pt x="8" y="0"/>
                    <a:pt x="17" y="0"/>
                  </a:cubicBezTo>
                  <a:cubicBezTo>
                    <a:pt x="26" y="0"/>
                    <a:pt x="33" y="7"/>
                    <a:pt x="33" y="16"/>
                  </a:cubicBezTo>
                  <a:cubicBezTo>
                    <a:pt x="33" y="25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9"/>
                    <a:pt x="4" y="16"/>
                  </a:cubicBezTo>
                  <a:cubicBezTo>
                    <a:pt x="4" y="23"/>
                    <a:pt x="10" y="29"/>
                    <a:pt x="17" y="29"/>
                  </a:cubicBezTo>
                  <a:cubicBezTo>
                    <a:pt x="23" y="29"/>
                    <a:pt x="29" y="23"/>
                    <a:pt x="29" y="16"/>
                  </a:cubicBezTo>
                  <a:cubicBezTo>
                    <a:pt x="29" y="9"/>
                    <a:pt x="23" y="4"/>
                    <a:pt x="17" y="4"/>
                  </a:cubicBezTo>
                  <a:close/>
                </a:path>
              </a:pathLst>
            </a:custGeom>
            <a:solidFill>
              <a:schemeClr val="dk2">
                <a:alpha val="60000"/>
              </a:schemeClr>
            </a:solidFill>
            <a:ln>
              <a:noFill/>
            </a:ln>
            <a:effectLst>
              <a:outerShdw blurRad="50800" rotWithShape="0" algn="tl" dir="2700000" dist="38100">
                <a:srgbClr val="000000">
                  <a:alpha val="58039"/>
                </a:srgbClr>
              </a:outerShdw>
            </a:effectLst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sp>
          <p:nvSpPr>
            <p:cNvPr id="364" name="Google Shape;364;p1"/>
            <p:cNvSpPr/>
            <p:nvPr/>
          </p:nvSpPr>
          <p:spPr>
            <a:xfrm flipH="1" rot="-5400000">
              <a:off x="605895" y="3247760"/>
              <a:ext cx="188913" cy="188913"/>
            </a:xfrm>
            <a:custGeom>
              <a:rect b="b" l="l" r="r" t="t"/>
              <a:pathLst>
                <a:path extrusionOk="0" h="40" w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solidFill>
              <a:schemeClr val="dk2">
                <a:alpha val="60000"/>
              </a:schemeClr>
            </a:solidFill>
            <a:ln>
              <a:noFill/>
            </a:ln>
            <a:effectLst>
              <a:outerShdw blurRad="50800" rotWithShape="0" algn="tl" dir="2700000" dist="38100">
                <a:srgbClr val="000000">
                  <a:alpha val="58039"/>
                </a:srgbClr>
              </a:outerShdw>
            </a:effectLst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sp>
          <p:nvSpPr>
            <p:cNvPr id="365" name="Google Shape;365;p1"/>
            <p:cNvSpPr/>
            <p:nvPr/>
          </p:nvSpPr>
          <p:spPr>
            <a:xfrm flipH="1" rot="-5400000">
              <a:off x="1532202" y="2305578"/>
              <a:ext cx="307975" cy="1801813"/>
            </a:xfrm>
            <a:custGeom>
              <a:rect b="b" l="l" r="r" t="t"/>
              <a:pathLst>
                <a:path extrusionOk="0" h="1135" w="194">
                  <a:moveTo>
                    <a:pt x="18" y="1135"/>
                  </a:moveTo>
                  <a:lnTo>
                    <a:pt x="0" y="1135"/>
                  </a:lnTo>
                  <a:lnTo>
                    <a:pt x="0" y="354"/>
                  </a:lnTo>
                  <a:lnTo>
                    <a:pt x="176" y="177"/>
                  </a:lnTo>
                  <a:lnTo>
                    <a:pt x="176" y="0"/>
                  </a:lnTo>
                  <a:lnTo>
                    <a:pt x="194" y="0"/>
                  </a:lnTo>
                  <a:lnTo>
                    <a:pt x="194" y="183"/>
                  </a:lnTo>
                  <a:lnTo>
                    <a:pt x="18" y="360"/>
                  </a:lnTo>
                  <a:lnTo>
                    <a:pt x="18" y="1135"/>
                  </a:lnTo>
                  <a:close/>
                </a:path>
              </a:pathLst>
            </a:custGeom>
            <a:solidFill>
              <a:schemeClr val="dk2">
                <a:alpha val="60000"/>
              </a:schemeClr>
            </a:solidFill>
            <a:ln>
              <a:noFill/>
            </a:ln>
            <a:effectLst>
              <a:outerShdw blurRad="50800" rotWithShape="0" algn="tl" dir="2700000" dist="38100">
                <a:srgbClr val="000000">
                  <a:alpha val="58039"/>
                </a:srgbClr>
              </a:outerShdw>
            </a:effectLst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sp>
          <p:nvSpPr>
            <p:cNvPr id="366" name="Google Shape;366;p1"/>
            <p:cNvSpPr/>
            <p:nvPr/>
          </p:nvSpPr>
          <p:spPr>
            <a:xfrm flipH="1" rot="-5400000">
              <a:off x="2154501" y="3461278"/>
              <a:ext cx="190500" cy="188913"/>
            </a:xfrm>
            <a:custGeom>
              <a:rect b="b" l="l" r="r" t="t"/>
              <a:pathLst>
                <a:path extrusionOk="0" h="40" w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solidFill>
              <a:schemeClr val="dk2">
                <a:alpha val="60000"/>
              </a:schemeClr>
            </a:solidFill>
            <a:ln>
              <a:noFill/>
            </a:ln>
            <a:effectLst>
              <a:outerShdw blurRad="50800" rotWithShape="0" algn="tl" dir="2700000" dist="38100">
                <a:srgbClr val="000000">
                  <a:alpha val="58039"/>
                </a:srgbClr>
              </a:outerShdw>
            </a:effectLst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sp>
          <p:nvSpPr>
            <p:cNvPr id="367" name="Google Shape;367;p1"/>
            <p:cNvSpPr/>
            <p:nvPr/>
          </p:nvSpPr>
          <p:spPr>
            <a:xfrm flipH="1" rot="-5400000">
              <a:off x="2448983" y="3436672"/>
              <a:ext cx="23813" cy="252413"/>
            </a:xfrm>
            <a:prstGeom prst="rect">
              <a:avLst/>
            </a:prstGeom>
            <a:solidFill>
              <a:schemeClr val="dk2">
                <a:alpha val="60000"/>
              </a:schemeClr>
            </a:solidFill>
            <a:ln>
              <a:noFill/>
            </a:ln>
            <a:effectLst>
              <a:outerShdw blurRad="50800" rotWithShape="0" algn="tl" dir="2700000" dist="38100">
                <a:srgbClr val="000000">
                  <a:alpha val="58039"/>
                </a:srgbClr>
              </a:outerShdw>
            </a:effectLst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</p:grpSp>
      <p:sp>
        <p:nvSpPr>
          <p:cNvPr id="368" name="Google Shape;368;p1"/>
          <p:cNvSpPr txBox="1"/>
          <p:nvPr>
            <p:ph type="ctrTitle"/>
          </p:nvPr>
        </p:nvSpPr>
        <p:spPr>
          <a:xfrm>
            <a:off x="2667000" y="2328334"/>
            <a:ext cx="6858000" cy="136789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Twentieth Century"/>
              <a:buNone/>
            </a:pPr>
            <a:r>
              <a:rPr lang="es-MX">
                <a:solidFill>
                  <a:srgbClr val="FFFFFF"/>
                </a:solidFill>
              </a:rPr>
              <a:t>COMANDOS</a:t>
            </a:r>
            <a:endParaRPr/>
          </a:p>
        </p:txBody>
      </p:sp>
      <p:sp>
        <p:nvSpPr>
          <p:cNvPr id="369" name="Google Shape;369;p1"/>
          <p:cNvSpPr txBox="1"/>
          <p:nvPr>
            <p:ph idx="1" type="subTitle"/>
          </p:nvPr>
        </p:nvSpPr>
        <p:spPr>
          <a:xfrm>
            <a:off x="2667001" y="3602038"/>
            <a:ext cx="6857999" cy="9530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500"/>
              <a:buNone/>
            </a:pPr>
            <a:r>
              <a:rPr lang="es-MX">
                <a:solidFill>
                  <a:schemeClr val="lt2"/>
                </a:solidFill>
              </a:rPr>
              <a:t>PYTHON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3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4" name="Google Shape;374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47097" y="711200"/>
            <a:ext cx="5876925" cy="2895600"/>
          </a:xfrm>
          <a:prstGeom prst="rect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375" name="Google Shape;375;p2"/>
          <p:cNvSpPr/>
          <p:nvPr/>
        </p:nvSpPr>
        <p:spPr>
          <a:xfrm>
            <a:off x="5779857" y="3019732"/>
            <a:ext cx="738931" cy="409268"/>
          </a:xfrm>
          <a:prstGeom prst="rect">
            <a:avLst/>
          </a:prstGeom>
          <a:solidFill>
            <a:srgbClr val="F2F2F2"/>
          </a:solidFill>
          <a:ln cap="flat" cmpd="sng" w="15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pic>
        <p:nvPicPr>
          <p:cNvPr id="376" name="Google Shape;376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485900" y="4896157"/>
            <a:ext cx="7686675" cy="1019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77" name="Google Shape;377;p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267296" y="1213179"/>
            <a:ext cx="4284252" cy="273227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p3"/>
          <p:cNvSpPr txBox="1"/>
          <p:nvPr>
            <p:ph idx="1" type="body"/>
          </p:nvPr>
        </p:nvSpPr>
        <p:spPr>
          <a:xfrm>
            <a:off x="1143000" y="1069616"/>
            <a:ext cx="9905999" cy="44929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/>
          </a:bodyPr>
          <a:lstStyle/>
          <a:p>
            <a:pPr indent="-228600" lvl="0" marL="2286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25000"/>
              <a:buChar char="•"/>
            </a:pPr>
            <a:r>
              <a:rPr b="0" i="0" lang="es-MX">
                <a:latin typeface="Arial"/>
                <a:ea typeface="Arial"/>
                <a:cs typeface="Arial"/>
                <a:sym typeface="Arial"/>
              </a:rPr>
              <a:t>Un compilador traduce lenguaje Python a lenguaje de máquina. El código Python es traducido en un código intermediario que debe ser ejecutado por una máquina virtual conocida como PVM (Python Virtual Machine).</a:t>
            </a:r>
            <a:endParaRPr/>
          </a:p>
          <a:p>
            <a:pPr indent="-52388" lvl="0" marL="2286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ct val="125000"/>
              <a:buNone/>
            </a:pPr>
            <a:r>
              <a:t/>
            </a:r>
            <a:endParaRPr b="0" i="0"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ct val="125000"/>
              <a:buChar char="•"/>
            </a:pPr>
            <a:r>
              <a:rPr b="0" i="0" lang="es-MX">
                <a:latin typeface="Arial"/>
                <a:ea typeface="Arial"/>
                <a:cs typeface="Arial"/>
                <a:sym typeface="Arial"/>
              </a:rPr>
              <a:t>El </a:t>
            </a:r>
            <a:r>
              <a:rPr b="0" i="0" lang="es-MX">
                <a:solidFill>
                  <a:srgbClr val="FFC000"/>
                </a:solidFill>
                <a:latin typeface="Arial"/>
                <a:ea typeface="Arial"/>
                <a:cs typeface="Arial"/>
                <a:sym typeface="Arial"/>
              </a:rPr>
              <a:t>intérprete</a:t>
            </a:r>
            <a:r>
              <a:rPr b="0" i="0" lang="es-MX"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s-MX" u="sng">
                <a:latin typeface="Arial"/>
                <a:ea typeface="Arial"/>
                <a:cs typeface="Arial"/>
                <a:sym typeface="Arial"/>
              </a:rPr>
              <a:t>hace la traducción en tiempo real para el código de máquina</a:t>
            </a:r>
            <a:r>
              <a:rPr b="0" i="0" lang="es-MX">
                <a:latin typeface="Arial"/>
                <a:ea typeface="Arial"/>
                <a:cs typeface="Arial"/>
                <a:sym typeface="Arial"/>
              </a:rPr>
              <a:t>, es decir, en tiempo de ejecución. </a:t>
            </a:r>
            <a:r>
              <a:rPr b="0" i="0" lang="es-MX" u="sng">
                <a:latin typeface="Arial"/>
                <a:ea typeface="Arial"/>
                <a:cs typeface="Arial"/>
                <a:sym typeface="Arial"/>
              </a:rPr>
              <a:t>El </a:t>
            </a:r>
            <a:r>
              <a:rPr b="0" i="0" lang="es-MX" u="sng">
                <a:solidFill>
                  <a:srgbClr val="4FACF3"/>
                </a:solidFill>
                <a:latin typeface="Arial"/>
                <a:ea typeface="Arial"/>
                <a:cs typeface="Arial"/>
                <a:sym typeface="Arial"/>
              </a:rPr>
              <a:t>compilador</a:t>
            </a:r>
            <a:r>
              <a:rPr b="0" i="0" lang="es-MX" u="sng">
                <a:latin typeface="Arial"/>
                <a:ea typeface="Arial"/>
                <a:cs typeface="Arial"/>
                <a:sym typeface="Arial"/>
              </a:rPr>
              <a:t> traduce todo el programa en código de máquina de una sola vez y luego lo ejecuta</a:t>
            </a:r>
            <a:r>
              <a:rPr b="0" i="0" lang="es-MX">
                <a:latin typeface="Arial"/>
                <a:ea typeface="Arial"/>
                <a:cs typeface="Arial"/>
                <a:sym typeface="Arial"/>
              </a:rPr>
              <a:t>, creando un archivo que se puede ejecutar (ejecutable). </a:t>
            </a:r>
            <a:endParaRPr/>
          </a:p>
          <a:p>
            <a:pPr indent="-228600" lvl="0" marL="2286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ct val="125000"/>
              <a:buChar char="•"/>
            </a:pPr>
            <a:r>
              <a:rPr b="0" i="0" lang="es-MX">
                <a:latin typeface="Arial"/>
                <a:ea typeface="Arial"/>
                <a:cs typeface="Arial"/>
                <a:sym typeface="Arial"/>
              </a:rPr>
              <a:t>El compilador genera un informe de errores (en caso existan) y el intérprete detiene la traducción cuando encuentra un primer error.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6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p4"/>
          <p:cNvSpPr txBox="1"/>
          <p:nvPr/>
        </p:nvSpPr>
        <p:spPr>
          <a:xfrm>
            <a:off x="4437530" y="59531"/>
            <a:ext cx="5795682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40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Intro</a:t>
            </a:r>
            <a:endParaRPr b="1" sz="40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388" name="Google Shape;388;p4"/>
          <p:cNvSpPr txBox="1"/>
          <p:nvPr/>
        </p:nvSpPr>
        <p:spPr>
          <a:xfrm>
            <a:off x="7335371" y="685357"/>
            <a:ext cx="4354606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Variable: nombrar un espacio/dirección de memoria, donde se almacena un dato.</a:t>
            </a:r>
            <a:endParaRPr/>
          </a:p>
        </p:txBody>
      </p:sp>
      <p:pic>
        <p:nvPicPr>
          <p:cNvPr descr="Tipos de datos. *El tipo de dato carácter no existe en Python, un... |  Download Scientific Diagram" id="389" name="Google Shape;389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60297" y="1008522"/>
            <a:ext cx="5386678" cy="4207946"/>
          </a:xfrm>
          <a:prstGeom prst="rect">
            <a:avLst/>
          </a:prstGeom>
          <a:noFill/>
          <a:ln>
            <a:noFill/>
          </a:ln>
        </p:spPr>
      </p:pic>
      <p:pic>
        <p:nvPicPr>
          <p:cNvPr id="390" name="Google Shape;390;p4"/>
          <p:cNvPicPr preferRelativeResize="0"/>
          <p:nvPr/>
        </p:nvPicPr>
        <p:blipFill rotWithShape="1">
          <a:blip r:embed="rId4">
            <a:alphaModFix/>
          </a:blip>
          <a:srcRect b="23691" l="28646" r="17396" t="34882"/>
          <a:stretch/>
        </p:blipFill>
        <p:spPr>
          <a:xfrm>
            <a:off x="6245027" y="1484088"/>
            <a:ext cx="5795682" cy="2501765"/>
          </a:xfrm>
          <a:prstGeom prst="rect">
            <a:avLst/>
          </a:prstGeom>
          <a:noFill/>
          <a:ln>
            <a:noFill/>
          </a:ln>
        </p:spPr>
      </p:pic>
      <p:pic>
        <p:nvPicPr>
          <p:cNvPr id="391" name="Google Shape;391;p4"/>
          <p:cNvPicPr preferRelativeResize="0"/>
          <p:nvPr/>
        </p:nvPicPr>
        <p:blipFill rotWithShape="1">
          <a:blip r:embed="rId5">
            <a:alphaModFix/>
          </a:blip>
          <a:srcRect b="25731" l="31269" r="18539" t="35480"/>
          <a:stretch/>
        </p:blipFill>
        <p:spPr>
          <a:xfrm>
            <a:off x="6448227" y="4198521"/>
            <a:ext cx="5029591" cy="2185272"/>
          </a:xfrm>
          <a:prstGeom prst="rect">
            <a:avLst/>
          </a:prstGeom>
          <a:noFill/>
          <a:ln>
            <a:noFill/>
          </a:ln>
        </p:spPr>
      </p:pic>
      <p:sp>
        <p:nvSpPr>
          <p:cNvPr id="392" name="Google Shape;392;p4"/>
          <p:cNvSpPr txBox="1"/>
          <p:nvPr/>
        </p:nvSpPr>
        <p:spPr>
          <a:xfrm>
            <a:off x="714182" y="5431923"/>
            <a:ext cx="5386678" cy="1200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s-MX" sz="12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rPr>
              <a:t>Tipos de datos. *El tipo de dato carácter no existe en Python, un carácter simple se representa como cadena de caracteres (string). ** Estructuras compuestas de lenguajes como C, FORTRAN, Pascal, Matlab, etc. Py: Estructuras compuestas en Python. Fuente: elaboración propia. 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lang="es-MX" sz="12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</a:br>
            <a:endParaRPr sz="12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6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p5"/>
          <p:cNvSpPr txBox="1"/>
          <p:nvPr/>
        </p:nvSpPr>
        <p:spPr>
          <a:xfrm>
            <a:off x="1002660" y="1120676"/>
            <a:ext cx="5626177" cy="23083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print(" ’Buenasss‘ \n","holaaa")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print("Me gusta \"Monty Python\" ")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input("Escribe tu nombre ")  </a:t>
            </a:r>
            <a:r>
              <a:rPr lang="es-MX" sz="1600">
                <a:solidFill>
                  <a:srgbClr val="FFCBA6"/>
                </a:solidFill>
                <a:latin typeface="Arial"/>
                <a:ea typeface="Arial"/>
                <a:cs typeface="Arial"/>
                <a:sym typeface="Arial"/>
              </a:rPr>
              <a:t>#devuelve string</a:t>
            </a:r>
            <a:endParaRPr sz="1600">
              <a:solidFill>
                <a:srgbClr val="FFCBA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print("Buenas","queee ", end="fin \n")  </a:t>
            </a:r>
            <a:r>
              <a:rPr lang="es-MX" sz="1600">
                <a:solidFill>
                  <a:srgbClr val="FFCBA6"/>
                </a:solidFill>
                <a:latin typeface="Arial"/>
                <a:ea typeface="Arial"/>
                <a:cs typeface="Arial"/>
                <a:sym typeface="Arial"/>
              </a:rPr>
              <a:t># controla qué se imprime al terminar, por defecto hace \n (salto de linea)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print("Mi", "nombre", "es", "Monty", "Python.", sep="-")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600">
                <a:solidFill>
                  <a:srgbClr val="FFCBA6"/>
                </a:solidFill>
                <a:latin typeface="Arial"/>
                <a:ea typeface="Arial"/>
                <a:cs typeface="Arial"/>
                <a:sym typeface="Arial"/>
              </a:rPr>
              <a:t>#personaliza cómo se separan los argumentos.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File: </a:t>
            </a:r>
            <a:r>
              <a:rPr lang="es-MX" sz="16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redirige la salida a un archivo o stream</a:t>
            </a:r>
            <a:endParaRPr sz="16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Flush: </a:t>
            </a:r>
            <a:r>
              <a:rPr lang="es-MX" sz="16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fuerza la escritura inmediata (sin esperar al búfer).</a:t>
            </a:r>
            <a:endParaRPr sz="16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8" name="Google Shape;398;p5"/>
          <p:cNvSpPr txBox="1"/>
          <p:nvPr/>
        </p:nvSpPr>
        <p:spPr>
          <a:xfrm>
            <a:off x="4653191" y="42851"/>
            <a:ext cx="5795682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40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PRINT</a:t>
            </a:r>
            <a:endParaRPr/>
          </a:p>
        </p:txBody>
      </p:sp>
      <p:sp>
        <p:nvSpPr>
          <p:cNvPr id="399" name="Google Shape;399;p5"/>
          <p:cNvSpPr txBox="1"/>
          <p:nvPr/>
        </p:nvSpPr>
        <p:spPr>
          <a:xfrm>
            <a:off x="1345718" y="3927436"/>
            <a:ext cx="4750282" cy="23083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600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rPr>
              <a:t>F-string manipulación numeros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var=232.2323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var1=f"{var:07.2f}“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600">
                <a:solidFill>
                  <a:srgbClr val="FF9999"/>
                </a:solidFill>
                <a:latin typeface="Arial"/>
                <a:ea typeface="Arial"/>
                <a:cs typeface="Arial"/>
                <a:sym typeface="Arial"/>
              </a:rPr>
              <a:t># 7 caracteres, 2f -&gt; centésimas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600">
                <a:solidFill>
                  <a:srgbClr val="FF9999"/>
                </a:solidFill>
                <a:latin typeface="Arial"/>
                <a:ea typeface="Arial"/>
                <a:cs typeface="Arial"/>
                <a:sym typeface="Arial"/>
              </a:rPr>
              <a:t># se rellena con 0 previo si faltan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600">
                <a:solidFill>
                  <a:srgbClr val="D8D8D8"/>
                </a:solidFill>
                <a:latin typeface="Arial"/>
                <a:ea typeface="Arial"/>
                <a:cs typeface="Arial"/>
                <a:sym typeface="Arial"/>
              </a:rPr>
              <a:t>print(f"{n:&gt;5}")  </a:t>
            </a:r>
            <a:r>
              <a:rPr lang="es-MX" sz="1600">
                <a:solidFill>
                  <a:srgbClr val="FF9999"/>
                </a:solidFill>
                <a:latin typeface="Arial"/>
                <a:ea typeface="Arial"/>
                <a:cs typeface="Arial"/>
                <a:sym typeface="Arial"/>
              </a:rPr>
              <a:t>#recorre char al total derecha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600">
                <a:solidFill>
                  <a:srgbClr val="D8D8D8"/>
                </a:solidFill>
                <a:latin typeface="Arial"/>
                <a:ea typeface="Arial"/>
                <a:cs typeface="Arial"/>
                <a:sym typeface="Arial"/>
              </a:rPr>
              <a:t>print(f"{n:&lt;5}")  </a:t>
            </a:r>
            <a:r>
              <a:rPr lang="es-MX" sz="1600">
                <a:solidFill>
                  <a:srgbClr val="FF9999"/>
                </a:solidFill>
                <a:latin typeface="Arial"/>
                <a:ea typeface="Arial"/>
                <a:cs typeface="Arial"/>
                <a:sym typeface="Arial"/>
              </a:rPr>
              <a:t># recorre char al total izquierda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600">
                <a:solidFill>
                  <a:srgbClr val="D8D8D8"/>
                </a:solidFill>
                <a:latin typeface="Arial"/>
                <a:ea typeface="Arial"/>
                <a:cs typeface="Arial"/>
                <a:sym typeface="Arial"/>
              </a:rPr>
              <a:t>print(f"{n:^5}")  </a:t>
            </a:r>
            <a:r>
              <a:rPr lang="es-MX" sz="1600">
                <a:solidFill>
                  <a:srgbClr val="FF9999"/>
                </a:solidFill>
                <a:latin typeface="Arial"/>
                <a:ea typeface="Arial"/>
                <a:cs typeface="Arial"/>
                <a:sym typeface="Arial"/>
              </a:rPr>
              <a:t># recorre char al total centro n=12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___12, _12__, 12___,</a:t>
            </a:r>
            <a:endParaRPr/>
          </a:p>
        </p:txBody>
      </p:sp>
      <p:sp>
        <p:nvSpPr>
          <p:cNvPr id="400" name="Google Shape;400;p5"/>
          <p:cNvSpPr txBox="1"/>
          <p:nvPr/>
        </p:nvSpPr>
        <p:spPr>
          <a:xfrm>
            <a:off x="7266477" y="400058"/>
            <a:ext cx="4212283" cy="206210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600">
                <a:solidFill>
                  <a:srgbClr val="BCEBDE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archivo = open("texto.txt", "w")</a:t>
            </a:r>
            <a:br>
              <a:rPr lang="es-MX" sz="1600">
                <a:solidFill>
                  <a:srgbClr val="BCEBDE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</a:br>
            <a:r>
              <a:rPr lang="es-MX" sz="1600">
                <a:solidFill>
                  <a:srgbClr val="BCEBDE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print("Hola archivo", file=archivo)</a:t>
            </a:r>
            <a:br>
              <a:rPr lang="es-MX" sz="1600">
                <a:solidFill>
                  <a:srgbClr val="BCEBDE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</a:br>
            <a:r>
              <a:rPr lang="es-MX" sz="1600">
                <a:solidFill>
                  <a:srgbClr val="BCEBDE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archivo.close()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BCEBDE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600">
                <a:solidFill>
                  <a:srgbClr val="BCEBDE"/>
                </a:solidFill>
                <a:latin typeface="Arial"/>
                <a:ea typeface="Arial"/>
                <a:cs typeface="Arial"/>
                <a:sym typeface="Arial"/>
              </a:rPr>
              <a:t>import time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600">
                <a:solidFill>
                  <a:srgbClr val="BCEBDE"/>
                </a:solidFill>
                <a:latin typeface="Arial"/>
                <a:ea typeface="Arial"/>
                <a:cs typeface="Arial"/>
                <a:sym typeface="Arial"/>
              </a:rPr>
              <a:t>print("Cargando...", end="", flush=True)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600">
                <a:solidFill>
                  <a:srgbClr val="BCEBDE"/>
                </a:solidFill>
                <a:latin typeface="Arial"/>
                <a:ea typeface="Arial"/>
                <a:cs typeface="Arial"/>
                <a:sym typeface="Arial"/>
              </a:rPr>
              <a:t>time.sleep(3)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600">
                <a:solidFill>
                  <a:srgbClr val="BCEBDE"/>
                </a:solidFill>
                <a:latin typeface="Arial"/>
                <a:ea typeface="Arial"/>
                <a:cs typeface="Arial"/>
                <a:sym typeface="Arial"/>
              </a:rPr>
              <a:t>print(" listo")</a:t>
            </a:r>
            <a:endParaRPr sz="1600">
              <a:solidFill>
                <a:srgbClr val="BCEBDE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01" name="Google Shape;401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263257" y="2832100"/>
            <a:ext cx="5853144" cy="390209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5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p6"/>
          <p:cNvSpPr txBox="1"/>
          <p:nvPr>
            <p:ph type="title"/>
          </p:nvPr>
        </p:nvSpPr>
        <p:spPr>
          <a:xfrm rot="-5400000">
            <a:off x="-1086970" y="2388487"/>
            <a:ext cx="3659520" cy="77848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Twentieth Century"/>
              <a:buNone/>
            </a:pPr>
            <a:r>
              <a:rPr lang="es-MX" sz="3200"/>
              <a:t>CONCATENAR</a:t>
            </a:r>
            <a:endParaRPr/>
          </a:p>
        </p:txBody>
      </p:sp>
      <p:sp>
        <p:nvSpPr>
          <p:cNvPr id="407" name="Google Shape;407;p6"/>
          <p:cNvSpPr txBox="1"/>
          <p:nvPr>
            <p:ph idx="1" type="body"/>
          </p:nvPr>
        </p:nvSpPr>
        <p:spPr>
          <a:xfrm>
            <a:off x="1132031" y="109693"/>
            <a:ext cx="2516186" cy="63292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20000"/>
          </a:bodyPr>
          <a:lstStyle/>
          <a:p>
            <a:pPr indent="-52388" lvl="0" marL="2286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25000"/>
              <a:buNone/>
            </a:pPr>
            <a:r>
              <a:t/>
            </a:r>
            <a:endParaRPr/>
          </a:p>
          <a:p>
            <a:pPr indent="-228600" lvl="0" marL="2286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ct val="125000"/>
              <a:buChar char="•"/>
            </a:pPr>
            <a:r>
              <a:rPr lang="es-MX"/>
              <a:t>Operador +</a:t>
            </a:r>
            <a:endParaRPr/>
          </a:p>
          <a:p>
            <a:pPr indent="0" lvl="0" marL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ct val="1250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ct val="125000"/>
              <a:buNone/>
            </a:pPr>
            <a:r>
              <a:t/>
            </a:r>
            <a:endParaRPr/>
          </a:p>
          <a:p>
            <a:pPr indent="-228600" lvl="0" marL="2286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ct val="125000"/>
              <a:buChar char="•"/>
            </a:pPr>
            <a:r>
              <a:rPr lang="es-MX"/>
              <a:t>Format</a:t>
            </a:r>
            <a:endParaRPr/>
          </a:p>
          <a:p>
            <a:pPr indent="0" lvl="0" marL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ct val="1250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ct val="125000"/>
              <a:buNone/>
            </a:pPr>
            <a:r>
              <a:t/>
            </a:r>
            <a:endParaRPr/>
          </a:p>
          <a:p>
            <a:pPr indent="-228600" lvl="0" marL="2286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ct val="125000"/>
              <a:buChar char="•"/>
            </a:pPr>
            <a:r>
              <a:rPr lang="es-MX"/>
              <a:t>F-strings</a:t>
            </a:r>
            <a:endParaRPr/>
          </a:p>
          <a:p>
            <a:pPr indent="0" lvl="0" marL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ct val="1250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ct val="125000"/>
              <a:buNone/>
            </a:pPr>
            <a:r>
              <a:t/>
            </a:r>
            <a:endParaRPr/>
          </a:p>
          <a:p>
            <a:pPr indent="-228600" lvl="0" marL="2286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ct val="125000"/>
              <a:buChar char="•"/>
            </a:pPr>
            <a:r>
              <a:rPr lang="es-MX"/>
              <a:t>Operador %</a:t>
            </a:r>
            <a:endParaRPr/>
          </a:p>
          <a:p>
            <a:pPr indent="0" lvl="0" marL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ct val="125000"/>
              <a:buNone/>
            </a:pPr>
            <a:r>
              <a:t/>
            </a:r>
            <a:endParaRPr/>
          </a:p>
          <a:p>
            <a:pPr indent="-228600" lvl="0" marL="2286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ct val="125000"/>
              <a:buChar char="•"/>
            </a:pPr>
            <a:r>
              <a:rPr lang="es-MX"/>
              <a:t>Str.format()</a:t>
            </a:r>
            <a:endParaRPr/>
          </a:p>
        </p:txBody>
      </p:sp>
      <p:pic>
        <p:nvPicPr>
          <p:cNvPr id="408" name="Google Shape;408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048374" y="189568"/>
            <a:ext cx="5265110" cy="1323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09" name="Google Shape;409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555173" y="1706891"/>
            <a:ext cx="7545288" cy="1052513"/>
          </a:xfrm>
          <a:prstGeom prst="rect">
            <a:avLst/>
          </a:prstGeom>
          <a:noFill/>
          <a:ln>
            <a:noFill/>
          </a:ln>
        </p:spPr>
      </p:pic>
      <p:pic>
        <p:nvPicPr>
          <p:cNvPr id="410" name="Google Shape;410;p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796911" y="2947516"/>
            <a:ext cx="7303550" cy="1302544"/>
          </a:xfrm>
          <a:prstGeom prst="rect">
            <a:avLst/>
          </a:prstGeom>
          <a:noFill/>
          <a:ln>
            <a:noFill/>
          </a:ln>
        </p:spPr>
      </p:pic>
      <p:pic>
        <p:nvPicPr>
          <p:cNvPr id="411" name="Google Shape;411;p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175374" y="4415941"/>
            <a:ext cx="7157485" cy="1069509"/>
          </a:xfrm>
          <a:prstGeom prst="rect">
            <a:avLst/>
          </a:prstGeom>
          <a:noFill/>
          <a:ln>
            <a:noFill/>
          </a:ln>
        </p:spPr>
      </p:pic>
      <p:pic>
        <p:nvPicPr>
          <p:cNvPr id="412" name="Google Shape;412;p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3286465" y="5678798"/>
            <a:ext cx="7773504" cy="1069509"/>
          </a:xfrm>
          <a:prstGeom prst="rect">
            <a:avLst/>
          </a:prstGeom>
          <a:noFill/>
          <a:ln>
            <a:noFill/>
          </a:ln>
        </p:spPr>
      </p:pic>
      <p:pic>
        <p:nvPicPr>
          <p:cNvPr id="413" name="Google Shape;413;p6"/>
          <p:cNvPicPr preferRelativeResize="0"/>
          <p:nvPr/>
        </p:nvPicPr>
        <p:blipFill rotWithShape="1">
          <a:blip r:embed="rId8">
            <a:alphaModFix/>
          </a:blip>
          <a:srcRect b="49999" l="7187" r="82845" t="38884"/>
          <a:stretch/>
        </p:blipFill>
        <p:spPr>
          <a:xfrm>
            <a:off x="8953500" y="219055"/>
            <a:ext cx="2064451" cy="129448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7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p7"/>
          <p:cNvSpPr txBox="1"/>
          <p:nvPr/>
        </p:nvSpPr>
        <p:spPr>
          <a:xfrm>
            <a:off x="1112519" y="384511"/>
            <a:ext cx="4983481" cy="20313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k1=0</a:t>
            </a:r>
            <a:r>
              <a:rPr lang="es-MX" sz="1800">
                <a:solidFill>
                  <a:srgbClr val="F9B2A6"/>
                </a:solidFill>
                <a:latin typeface="Arial"/>
                <a:ea typeface="Arial"/>
                <a:cs typeface="Arial"/>
                <a:sym typeface="Arial"/>
              </a:rPr>
              <a:t>o</a:t>
            </a:r>
            <a:r>
              <a:rPr lang="es-MX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123   #numero octal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k2=0</a:t>
            </a:r>
            <a:r>
              <a:rPr lang="es-MX" sz="1800">
                <a:solidFill>
                  <a:srgbClr val="F9B2A6"/>
                </a:solidFill>
                <a:latin typeface="Arial"/>
                <a:ea typeface="Arial"/>
                <a:cs typeface="Arial"/>
                <a:sym typeface="Arial"/>
              </a:rPr>
              <a:t>x</a:t>
            </a:r>
            <a:r>
              <a:rPr lang="es-MX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123   #numero hexadecimal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k3=0.5 	     #numero flotante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k4=-2	     #numero entero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K5=0</a:t>
            </a:r>
            <a:r>
              <a:rPr lang="es-MX" sz="1800">
                <a:solidFill>
                  <a:srgbClr val="F9B2A6"/>
                </a:solidFill>
                <a:latin typeface="Arial"/>
                <a:ea typeface="Arial"/>
                <a:cs typeface="Arial"/>
                <a:sym typeface="Arial"/>
              </a:rPr>
              <a:t>b</a:t>
            </a:r>
            <a:r>
              <a:rPr lang="es-MX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1001      #numero binario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r>
              <a:rPr lang="es-MX" sz="1800">
                <a:solidFill>
                  <a:srgbClr val="F9B2A6"/>
                </a:solidFill>
                <a:latin typeface="Arial"/>
                <a:ea typeface="Arial"/>
                <a:cs typeface="Arial"/>
                <a:sym typeface="Arial"/>
              </a:rPr>
              <a:t>e</a:t>
            </a:r>
            <a:r>
              <a:rPr lang="es-MX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8		     #numero exponente 10^8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9" name="Google Shape;419;p7"/>
          <p:cNvSpPr txBox="1"/>
          <p:nvPr/>
        </p:nvSpPr>
        <p:spPr>
          <a:xfrm>
            <a:off x="1739782" y="0"/>
            <a:ext cx="2810435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32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NUMEROS</a:t>
            </a:r>
            <a:endParaRPr b="1" sz="40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420" name="Google Shape;420;p7"/>
          <p:cNvSpPr txBox="1"/>
          <p:nvPr/>
        </p:nvSpPr>
        <p:spPr>
          <a:xfrm>
            <a:off x="8411284" y="115115"/>
            <a:ext cx="2810435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40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BINARIO</a:t>
            </a:r>
            <a:endParaRPr/>
          </a:p>
        </p:txBody>
      </p:sp>
      <p:sp>
        <p:nvSpPr>
          <p:cNvPr id="421" name="Google Shape;421;p7"/>
          <p:cNvSpPr txBox="1"/>
          <p:nvPr/>
        </p:nvSpPr>
        <p:spPr>
          <a:xfrm>
            <a:off x="6537659" y="778297"/>
            <a:ext cx="4983481" cy="23083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Boolean</a:t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800">
                <a:solidFill>
                  <a:srgbClr val="F9B2A6"/>
                </a:solidFill>
                <a:latin typeface="Arial"/>
                <a:ea typeface="Arial"/>
                <a:cs typeface="Arial"/>
                <a:sym typeface="Arial"/>
              </a:rPr>
              <a:t>True			False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800">
                <a:solidFill>
                  <a:srgbClr val="F9B2A6"/>
                </a:solidFill>
                <a:latin typeface="Arial"/>
                <a:ea typeface="Arial"/>
                <a:cs typeface="Arial"/>
                <a:sym typeface="Arial"/>
              </a:rPr>
              <a:t>1			0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800">
                <a:solidFill>
                  <a:srgbClr val="F9B2A6"/>
                </a:solidFill>
                <a:latin typeface="Arial"/>
                <a:ea typeface="Arial"/>
                <a:cs typeface="Arial"/>
                <a:sym typeface="Arial"/>
              </a:rPr>
              <a:t>bool</a:t>
            </a:r>
            <a:r>
              <a:rPr lang="es-MX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(variable str, int, list)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#colección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variable </a:t>
            </a:r>
            <a:r>
              <a:rPr lang="es-MX" sz="1800">
                <a:solidFill>
                  <a:srgbClr val="F9B2A6"/>
                </a:solidFill>
                <a:latin typeface="Arial"/>
                <a:ea typeface="Arial"/>
                <a:cs typeface="Arial"/>
                <a:sym typeface="Arial"/>
              </a:rPr>
              <a:t>in</a:t>
            </a:r>
            <a:r>
              <a:rPr lang="es-MX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colección          True/False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variable </a:t>
            </a:r>
            <a:r>
              <a:rPr lang="es-MX" sz="1800">
                <a:solidFill>
                  <a:srgbClr val="F9B2A6"/>
                </a:solidFill>
                <a:latin typeface="Arial"/>
                <a:ea typeface="Arial"/>
                <a:cs typeface="Arial"/>
                <a:sym typeface="Arial"/>
              </a:rPr>
              <a:t>not in </a:t>
            </a:r>
            <a:r>
              <a:rPr lang="es-MX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colección    True/False</a:t>
            </a:r>
            <a:endParaRPr/>
          </a:p>
        </p:txBody>
      </p:sp>
      <p:sp>
        <p:nvSpPr>
          <p:cNvPr id="422" name="Google Shape;422;p7"/>
          <p:cNvSpPr txBox="1"/>
          <p:nvPr/>
        </p:nvSpPr>
        <p:spPr>
          <a:xfrm>
            <a:off x="1739782" y="2372304"/>
            <a:ext cx="3409276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32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OPERADORES</a:t>
            </a:r>
            <a:endParaRPr b="1" sz="36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423" name="Google Shape;423;p7"/>
          <p:cNvSpPr txBox="1"/>
          <p:nvPr/>
        </p:nvSpPr>
        <p:spPr>
          <a:xfrm>
            <a:off x="1128775" y="2756815"/>
            <a:ext cx="4983481" cy="20313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+       -   suma, resta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*        /   producto, división (flotante)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//   		DIVISION ENTERA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%         RESIDUO, modulo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**         POTENCIA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()**(1/2)     Raiz</a:t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4" name="Google Shape;424;p7"/>
          <p:cNvSpPr txBox="1"/>
          <p:nvPr/>
        </p:nvSpPr>
        <p:spPr>
          <a:xfrm>
            <a:off x="8111864" y="3372902"/>
            <a:ext cx="3409276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40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Prioridades</a:t>
            </a:r>
            <a:endParaRPr/>
          </a:p>
        </p:txBody>
      </p:sp>
      <p:pic>
        <p:nvPicPr>
          <p:cNvPr id="425" name="Google Shape;425;p7"/>
          <p:cNvPicPr preferRelativeResize="0"/>
          <p:nvPr/>
        </p:nvPicPr>
        <p:blipFill rotWithShape="1">
          <a:blip r:embed="rId3">
            <a:alphaModFix/>
          </a:blip>
          <a:srcRect b="17435" l="16463" r="66945" t="55922"/>
          <a:stretch/>
        </p:blipFill>
        <p:spPr>
          <a:xfrm>
            <a:off x="9243934" y="4325377"/>
            <a:ext cx="2695729" cy="2433632"/>
          </a:xfrm>
          <a:prstGeom prst="rect">
            <a:avLst/>
          </a:prstGeom>
          <a:noFill/>
          <a:ln>
            <a:noFill/>
          </a:ln>
        </p:spPr>
      </p:pic>
      <p:pic>
        <p:nvPicPr>
          <p:cNvPr id="426" name="Google Shape;426;p7"/>
          <p:cNvPicPr preferRelativeResize="0"/>
          <p:nvPr/>
        </p:nvPicPr>
        <p:blipFill rotWithShape="1">
          <a:blip r:embed="rId4">
            <a:alphaModFix/>
          </a:blip>
          <a:srcRect b="32468" l="38542" r="39837" t="32028"/>
          <a:stretch/>
        </p:blipFill>
        <p:spPr>
          <a:xfrm>
            <a:off x="6725950" y="4325377"/>
            <a:ext cx="2517984" cy="2433632"/>
          </a:xfrm>
          <a:prstGeom prst="rect">
            <a:avLst/>
          </a:prstGeom>
          <a:noFill/>
          <a:ln>
            <a:noFill/>
          </a:ln>
        </p:spPr>
      </p:pic>
      <p:sp>
        <p:nvSpPr>
          <p:cNvPr id="427" name="Google Shape;427;p7"/>
          <p:cNvSpPr txBox="1"/>
          <p:nvPr/>
        </p:nvSpPr>
        <p:spPr>
          <a:xfrm>
            <a:off x="1068832" y="4874150"/>
            <a:ext cx="5468827" cy="150810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2000">
                <a:solidFill>
                  <a:srgbClr val="00B0F0"/>
                </a:solidFill>
                <a:latin typeface="Arial"/>
                <a:ea typeface="Arial"/>
                <a:cs typeface="Arial"/>
                <a:sym typeface="Arial"/>
              </a:rPr>
              <a:t>None</a:t>
            </a:r>
            <a:r>
              <a:rPr lang="es-MX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: </a:t>
            </a:r>
            <a:r>
              <a:rPr b="1" lang="es-MX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ausencia de un valor,</a:t>
            </a:r>
            <a:r>
              <a:rPr lang="es-MX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tipo de dato NoneType</a:t>
            </a:r>
            <a:r>
              <a:rPr lang="es-MX" sz="18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.</a:t>
            </a:r>
            <a:endParaRPr b="1"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</a:pPr>
            <a:r>
              <a:rPr lang="es-MX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Iniciar variables   </a:t>
            </a:r>
            <a:r>
              <a:rPr lang="es-MX" sz="1800">
                <a:solidFill>
                  <a:srgbClr val="C9F296"/>
                </a:solidFill>
                <a:latin typeface="Arial"/>
                <a:ea typeface="Arial"/>
                <a:cs typeface="Arial"/>
                <a:sym typeface="Arial"/>
              </a:rPr>
              <a:t>x=None</a:t>
            </a:r>
            <a:endParaRPr sz="1800">
              <a:solidFill>
                <a:srgbClr val="C9F29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</a:pPr>
            <a:r>
              <a:rPr lang="es-MX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Valor de retorno de funciones   </a:t>
            </a:r>
            <a:r>
              <a:rPr lang="es-MX" sz="1800">
                <a:solidFill>
                  <a:srgbClr val="C9F296"/>
                </a:solidFill>
                <a:latin typeface="Arial"/>
                <a:ea typeface="Arial"/>
                <a:cs typeface="Arial"/>
                <a:sym typeface="Arial"/>
              </a:rPr>
              <a:t>return None</a:t>
            </a:r>
            <a:endParaRPr sz="1800">
              <a:solidFill>
                <a:srgbClr val="C9F29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</a:pPr>
            <a:r>
              <a:rPr lang="es-MX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Comprobar ausencia de valor   </a:t>
            </a:r>
            <a:r>
              <a:rPr lang="es-MX" sz="1800">
                <a:solidFill>
                  <a:srgbClr val="C9F296"/>
                </a:solidFill>
                <a:latin typeface="Arial"/>
                <a:ea typeface="Arial"/>
                <a:cs typeface="Arial"/>
                <a:sym typeface="Arial"/>
              </a:rPr>
              <a:t>if x is/is not None</a:t>
            </a:r>
            <a:r>
              <a:rPr lang="es-MX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p8"/>
          <p:cNvSpPr txBox="1"/>
          <p:nvPr>
            <p:ph idx="1" type="body"/>
          </p:nvPr>
        </p:nvSpPr>
        <p:spPr>
          <a:xfrm>
            <a:off x="711198" y="509586"/>
            <a:ext cx="4701718" cy="58404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1B2EB"/>
              </a:buClr>
              <a:buSzPts val="2750"/>
              <a:buNone/>
            </a:pPr>
            <a:r>
              <a:rPr b="1" lang="es-MX" sz="2200">
                <a:solidFill>
                  <a:srgbClr val="11B2EB"/>
                </a:solidFill>
              </a:rPr>
              <a:t>Operadores de bits</a:t>
            </a:r>
            <a:r>
              <a:rPr lang="es-MX" sz="2200">
                <a:solidFill>
                  <a:srgbClr val="11B2EB"/>
                </a:solidFill>
              </a:rPr>
              <a:t> </a:t>
            </a:r>
            <a:r>
              <a:rPr lang="es-MX" sz="1800"/>
              <a:t>(bitwise operators) trabajan directamente con la representación binaria de los números.</a:t>
            </a:r>
            <a:r>
              <a:rPr b="1" lang="es-MX" sz="1800"/>
              <a:t> </a:t>
            </a:r>
            <a:endParaRPr/>
          </a:p>
          <a:p>
            <a:pPr indent="-228600" lvl="0" marL="228600" rtl="0" algn="l">
              <a:lnSpc>
                <a:spcPct val="12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</a:pPr>
            <a:r>
              <a:rPr b="1" lang="es-MX" sz="1800"/>
              <a:t>&lt;&lt; (Left Shift - Desplazamiento a la izquierda)</a:t>
            </a:r>
            <a:endParaRPr sz="1800"/>
          </a:p>
          <a:p>
            <a:pPr indent="0" lvl="0" marL="0" rtl="0" algn="l">
              <a:lnSpc>
                <a:spcPct val="12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2250"/>
              <a:buNone/>
            </a:pPr>
            <a:r>
              <a:rPr lang="es-MX" sz="1800"/>
              <a:t>Desplaza los bits hacia la izquierda. Equivale a multiplicar (n1)*2^(n)</a:t>
            </a:r>
            <a:endParaRPr/>
          </a:p>
          <a:p>
            <a:pPr indent="0" lvl="0" marL="0" rtl="0" algn="l">
              <a:lnSpc>
                <a:spcPct val="12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</a:pPr>
            <a:r>
              <a:rPr b="1" lang="es-MX" sz="2800"/>
              <a:t>&gt;&gt;</a:t>
            </a:r>
            <a:r>
              <a:rPr b="1" lang="es-MX" sz="1800"/>
              <a:t> (Right Shift - Desplazamiento a la derecha)</a:t>
            </a:r>
            <a:endParaRPr/>
          </a:p>
          <a:p>
            <a:pPr indent="0" lvl="0" marL="0" rtl="0" algn="l">
              <a:lnSpc>
                <a:spcPct val="12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2250"/>
              <a:buNone/>
            </a:pPr>
            <a:r>
              <a:rPr lang="es-MX" sz="1800"/>
              <a:t>Desplaza los bits hacia la derecha. Equivale a dividir por n1/2^(n) (división entera)</a:t>
            </a:r>
            <a:endParaRPr/>
          </a:p>
          <a:p>
            <a:pPr indent="-228600" lvl="0" marL="22860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3500"/>
              <a:buChar char="•"/>
            </a:pPr>
            <a:r>
              <a:rPr b="1" lang="es-MX" sz="2800"/>
              <a:t>&amp;</a:t>
            </a:r>
            <a:r>
              <a:rPr b="1" lang="es-MX" sz="1800"/>
              <a:t> (AND)</a:t>
            </a:r>
            <a:endParaRPr sz="1800"/>
          </a:p>
          <a:p>
            <a:pPr indent="0" lvl="0" marL="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250"/>
              <a:buNone/>
            </a:pPr>
            <a:r>
              <a:rPr lang="es-MX" sz="1800"/>
              <a:t>Compara bit a bit, devuelve 1 solo si  ambos bits son 1</a:t>
            </a:r>
            <a:endParaRPr/>
          </a:p>
          <a:p>
            <a:pPr indent="-85725" lvl="0" marL="228600" rtl="0" algn="l">
              <a:lnSpc>
                <a:spcPct val="12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2250"/>
              <a:buNone/>
            </a:pPr>
            <a:r>
              <a:t/>
            </a:r>
            <a:endParaRPr sz="1800"/>
          </a:p>
        </p:txBody>
      </p:sp>
      <p:pic>
        <p:nvPicPr>
          <p:cNvPr id="433" name="Google Shape;433;p8"/>
          <p:cNvPicPr preferRelativeResize="0"/>
          <p:nvPr/>
        </p:nvPicPr>
        <p:blipFill rotWithShape="1">
          <a:blip r:embed="rId3">
            <a:alphaModFix/>
          </a:blip>
          <a:srcRect b="0" l="1504" r="1310" t="0"/>
          <a:stretch/>
        </p:blipFill>
        <p:spPr>
          <a:xfrm>
            <a:off x="5412916" y="3810000"/>
            <a:ext cx="6676454" cy="2679699"/>
          </a:xfrm>
          <a:prstGeom prst="rect">
            <a:avLst/>
          </a:prstGeom>
          <a:noFill/>
          <a:ln>
            <a:noFill/>
          </a:ln>
        </p:spPr>
      </p:pic>
      <p:sp>
        <p:nvSpPr>
          <p:cNvPr id="434" name="Google Shape;434;p8"/>
          <p:cNvSpPr txBox="1"/>
          <p:nvPr/>
        </p:nvSpPr>
        <p:spPr>
          <a:xfrm>
            <a:off x="5844718" y="255586"/>
            <a:ext cx="5636084" cy="31734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</a:pPr>
            <a:r>
              <a:rPr b="1" lang="es-MX" sz="24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|</a:t>
            </a:r>
            <a:r>
              <a:rPr b="1" lang="es-MX" sz="18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 (OR)</a:t>
            </a:r>
            <a:endParaRPr sz="18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2250"/>
              <a:buFont typeface="Arial"/>
              <a:buNone/>
            </a:pPr>
            <a:r>
              <a:rPr lang="es-MX" sz="18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Compara bit a bit, devuelve 1 si al menos un bit es 1</a:t>
            </a:r>
            <a:endParaRPr/>
          </a:p>
          <a:p>
            <a:pPr indent="-228600" lvl="0" marL="228600" marR="0" rtl="0" algn="l">
              <a:lnSpc>
                <a:spcPct val="11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Char char="•"/>
            </a:pPr>
            <a:r>
              <a:rPr b="1" lang="es-MX" sz="24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^</a:t>
            </a:r>
            <a:r>
              <a:rPr b="1" lang="es-MX" sz="18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 (XOR)</a:t>
            </a:r>
            <a:endParaRPr sz="18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2250"/>
              <a:buFont typeface="Arial"/>
              <a:buNone/>
            </a:pPr>
            <a:r>
              <a:rPr lang="es-MX" sz="18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Devuelve 1 si los bits son diferentes</a:t>
            </a:r>
            <a:endParaRPr/>
          </a:p>
          <a:p>
            <a:pPr indent="-228600" lvl="0" marL="228600" marR="0" rtl="0" algn="l">
              <a:lnSpc>
                <a:spcPct val="11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Char char="•"/>
            </a:pPr>
            <a:r>
              <a:rPr b="1" lang="es-MX" sz="24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~</a:t>
            </a:r>
            <a:r>
              <a:rPr b="1" lang="es-MX" sz="18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 (NOT)</a:t>
            </a:r>
            <a:endParaRPr sz="18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2250"/>
              <a:buFont typeface="Arial"/>
              <a:buNone/>
            </a:pPr>
            <a:r>
              <a:rPr lang="es-MX" sz="18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Invierte todos los bits</a:t>
            </a:r>
            <a:endParaRPr/>
          </a:p>
          <a:p>
            <a:pPr indent="-85725" lvl="0" marL="228600" marR="0" rtl="0" algn="l">
              <a:lnSpc>
                <a:spcPct val="12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2250"/>
              <a:buFont typeface="Arial"/>
              <a:buNone/>
            </a:pPr>
            <a:r>
              <a:t/>
            </a:r>
            <a:endParaRPr sz="18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8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p9"/>
          <p:cNvSpPr txBox="1"/>
          <p:nvPr>
            <p:ph idx="1" type="body"/>
          </p:nvPr>
        </p:nvSpPr>
        <p:spPr>
          <a:xfrm>
            <a:off x="1571939" y="178243"/>
            <a:ext cx="4355167" cy="32404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</a:pPr>
            <a:r>
              <a:rPr lang="es-MX"/>
              <a:t>Operadores de comparación</a:t>
            </a:r>
            <a:endParaRPr/>
          </a:p>
          <a:p>
            <a:pPr indent="-228600" lvl="0" marL="2286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81D319"/>
              </a:buClr>
              <a:buSzPts val="3000"/>
              <a:buChar char="•"/>
            </a:pPr>
            <a:r>
              <a:rPr lang="es-MX">
                <a:solidFill>
                  <a:srgbClr val="81D319"/>
                </a:solidFill>
              </a:rPr>
              <a:t>&gt;</a:t>
            </a:r>
            <a:r>
              <a:rPr lang="es-MX"/>
              <a:t> Mayor que</a:t>
            </a:r>
            <a:endParaRPr/>
          </a:p>
          <a:p>
            <a:pPr indent="-228600" lvl="0" marL="2286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81D319"/>
              </a:buClr>
              <a:buSzPts val="3000"/>
              <a:buChar char="•"/>
            </a:pPr>
            <a:r>
              <a:rPr lang="es-MX">
                <a:solidFill>
                  <a:srgbClr val="81D319"/>
                </a:solidFill>
              </a:rPr>
              <a:t>&lt;</a:t>
            </a:r>
            <a:r>
              <a:rPr lang="es-MX"/>
              <a:t> Menor que</a:t>
            </a:r>
            <a:endParaRPr/>
          </a:p>
          <a:p>
            <a:pPr indent="-228600" lvl="0" marL="2286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81D319"/>
              </a:buClr>
              <a:buSzPts val="3000"/>
              <a:buChar char="•"/>
            </a:pPr>
            <a:r>
              <a:rPr lang="es-MX">
                <a:solidFill>
                  <a:srgbClr val="81D319"/>
                </a:solidFill>
              </a:rPr>
              <a:t>=</a:t>
            </a:r>
            <a:r>
              <a:rPr lang="es-MX"/>
              <a:t> asignar</a:t>
            </a:r>
            <a:endParaRPr/>
          </a:p>
          <a:p>
            <a:pPr indent="-228600" lvl="0" marL="2286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81D319"/>
              </a:buClr>
              <a:buSzPts val="3000"/>
              <a:buChar char="•"/>
            </a:pPr>
            <a:r>
              <a:rPr lang="es-MX">
                <a:solidFill>
                  <a:srgbClr val="81D319"/>
                </a:solidFill>
              </a:rPr>
              <a:t>== </a:t>
            </a:r>
            <a:r>
              <a:rPr lang="es-MX"/>
              <a:t>Comparar</a:t>
            </a:r>
            <a:endParaRPr/>
          </a:p>
          <a:p>
            <a:pPr indent="-38100" lvl="0" marL="2286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</a:pPr>
            <a:r>
              <a:t/>
            </a:r>
            <a:endParaRPr/>
          </a:p>
          <a:p>
            <a:pPr indent="-38100" lvl="0" marL="2286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</a:pPr>
            <a:r>
              <a:t/>
            </a:r>
            <a:endParaRPr/>
          </a:p>
          <a:p>
            <a:pPr indent="-38100" lvl="0" marL="2286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</a:pPr>
            <a:r>
              <a:t/>
            </a:r>
            <a:endParaRPr/>
          </a:p>
        </p:txBody>
      </p:sp>
      <p:pic>
        <p:nvPicPr>
          <p:cNvPr id="440" name="Google Shape;440;p9"/>
          <p:cNvPicPr preferRelativeResize="0"/>
          <p:nvPr/>
        </p:nvPicPr>
        <p:blipFill rotWithShape="1">
          <a:blip r:embed="rId3">
            <a:alphaModFix/>
          </a:blip>
          <a:srcRect b="0" l="701" r="856" t="0"/>
          <a:stretch/>
        </p:blipFill>
        <p:spPr>
          <a:xfrm>
            <a:off x="0" y="3631370"/>
            <a:ext cx="7968627" cy="3004997"/>
          </a:xfrm>
          <a:prstGeom prst="rect">
            <a:avLst/>
          </a:prstGeom>
          <a:noFill/>
          <a:ln>
            <a:noFill/>
          </a:ln>
        </p:spPr>
      </p:pic>
      <p:sp>
        <p:nvSpPr>
          <p:cNvPr id="441" name="Google Shape;441;p9"/>
          <p:cNvSpPr txBox="1"/>
          <p:nvPr/>
        </p:nvSpPr>
        <p:spPr>
          <a:xfrm>
            <a:off x="4434164" y="731781"/>
            <a:ext cx="3661463" cy="247425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81D319"/>
              </a:buClr>
              <a:buSzPts val="3000"/>
              <a:buFont typeface="Arial"/>
              <a:buChar char="•"/>
            </a:pPr>
            <a:r>
              <a:rPr lang="es-MX" sz="2400">
                <a:solidFill>
                  <a:srgbClr val="81D319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&gt;=</a:t>
            </a:r>
            <a:r>
              <a:rPr lang="es-MX" sz="24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 Mayor igual que</a:t>
            </a:r>
            <a:endParaRPr/>
          </a:p>
          <a:p>
            <a:pPr indent="-228600" lvl="0" marL="228600" marR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81D319"/>
              </a:buClr>
              <a:buSzPts val="3000"/>
              <a:buFont typeface="Arial"/>
              <a:buChar char="•"/>
            </a:pPr>
            <a:r>
              <a:rPr lang="es-MX" sz="2400">
                <a:solidFill>
                  <a:srgbClr val="81D319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&lt;=</a:t>
            </a:r>
            <a:r>
              <a:rPr lang="es-MX" sz="24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 Menor igual que</a:t>
            </a:r>
            <a:endParaRPr/>
          </a:p>
          <a:p>
            <a:pPr indent="-228600" lvl="0" marL="228600" marR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81D319"/>
              </a:buClr>
              <a:buSzPts val="3000"/>
              <a:buFont typeface="Arial"/>
              <a:buChar char="•"/>
            </a:pPr>
            <a:r>
              <a:rPr lang="es-MX" sz="2400">
                <a:solidFill>
                  <a:srgbClr val="81D319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!=</a:t>
            </a:r>
            <a:r>
              <a:rPr lang="es-MX" sz="24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 diferente</a:t>
            </a:r>
            <a:endParaRPr/>
          </a:p>
          <a:p>
            <a:pPr indent="-38100" lvl="0" marL="228600" marR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</a:pPr>
            <a:r>
              <a:t/>
            </a:r>
            <a:endParaRPr sz="24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  <a:p>
            <a:pPr indent="-38100" lvl="0" marL="228600" marR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</a:pPr>
            <a:r>
              <a:t/>
            </a:r>
            <a:endParaRPr sz="24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  <a:p>
            <a:pPr indent="-38100" lvl="0" marL="228600" marR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</a:pPr>
            <a:r>
              <a:t/>
            </a:r>
            <a:endParaRPr sz="24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pic>
        <p:nvPicPr>
          <p:cNvPr descr="Algebra de Boole I" id="442" name="Google Shape;442;p9"/>
          <p:cNvPicPr preferRelativeResize="0"/>
          <p:nvPr/>
        </p:nvPicPr>
        <p:blipFill rotWithShape="1">
          <a:blip r:embed="rId4">
            <a:alphaModFix/>
          </a:blip>
          <a:srcRect b="12941" l="4912" r="32427" t="18667"/>
          <a:stretch/>
        </p:blipFill>
        <p:spPr>
          <a:xfrm>
            <a:off x="7968626" y="3418705"/>
            <a:ext cx="4223373" cy="3457223"/>
          </a:xfrm>
          <a:prstGeom prst="rect">
            <a:avLst/>
          </a:prstGeom>
          <a:noFill/>
          <a:ln>
            <a:noFill/>
          </a:ln>
        </p:spPr>
      </p:pic>
      <p:pic>
        <p:nvPicPr>
          <p:cNvPr id="443" name="Google Shape;443;p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515738" y="121561"/>
            <a:ext cx="2722334" cy="308447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7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Google Shape;448;p10"/>
          <p:cNvSpPr txBox="1"/>
          <p:nvPr/>
        </p:nvSpPr>
        <p:spPr>
          <a:xfrm>
            <a:off x="1499794" y="809720"/>
            <a:ext cx="9192411" cy="59400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s-MX" sz="20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['False', 'None', 'True', 'and', 'as', 'assert', 'break', 'class', 'continue', 'def', 'del', 'elif', 'else', 'except', 'finally', 'for', 'from', 'global', 'if', 'import', 'in', 'is', 'lambda', 'nonlocal', 'not', 'or', 'pass', 'raise', 'return', 'try', 'while', 'with', 'yield’]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MX" sz="20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El significado de la palabra reservada está </a:t>
            </a:r>
            <a:r>
              <a:rPr b="1" i="0" lang="es-MX" sz="20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predefinido</a:t>
            </a:r>
            <a:r>
              <a:rPr b="0" i="0" lang="es-MX" sz="20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, y no debe cambiar.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lang="es-MX" sz="20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</a:br>
            <a:endParaRPr sz="20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20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Operadores Abreviados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MX" sz="20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variable = variable </a:t>
            </a:r>
            <a:r>
              <a:rPr lang="es-MX" sz="20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op</a:t>
            </a:r>
            <a:r>
              <a:rPr b="0" i="0" lang="es-MX" sz="20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expresión  (j=j+1)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lang="es-MX" sz="20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</a:br>
            <a:r>
              <a:rPr b="0" i="0" lang="es-MX" sz="20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Puede ser simplificado de la siguiente manera: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MX" sz="20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variable </a:t>
            </a:r>
            <a:r>
              <a:rPr lang="es-MX" sz="20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op</a:t>
            </a:r>
            <a:r>
              <a:rPr b="0" i="0" lang="es-MX" sz="20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= expresión   (j+=1)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2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Operadores de asignación               </a:t>
            </a:r>
            <a:r>
              <a:rPr lang="es-MX" sz="2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=, +=, -=, *=, /=, **=, //=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9" name="Google Shape;449;p10"/>
          <p:cNvSpPr txBox="1"/>
          <p:nvPr/>
        </p:nvSpPr>
        <p:spPr>
          <a:xfrm>
            <a:off x="3021553" y="101834"/>
            <a:ext cx="5795682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3600">
                <a:solidFill>
                  <a:srgbClr val="FFC00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Palabras</a:t>
            </a:r>
            <a:r>
              <a:rPr b="1" lang="es-MX" sz="4000">
                <a:solidFill>
                  <a:srgbClr val="FFC00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 Reservadas</a:t>
            </a:r>
            <a:endParaRPr/>
          </a:p>
        </p:txBody>
      </p:sp>
      <p:sp>
        <p:nvSpPr>
          <p:cNvPr id="450" name="Google Shape;450;p10"/>
          <p:cNvSpPr txBox="1"/>
          <p:nvPr/>
        </p:nvSpPr>
        <p:spPr>
          <a:xfrm>
            <a:off x="9291917" y="4222376"/>
            <a:ext cx="1775012" cy="14773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8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Expresiones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</a:pPr>
            <a:r>
              <a:rPr lang="es-MX" sz="18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Aritmética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8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	valores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</a:pPr>
            <a:r>
              <a:rPr lang="es-MX" sz="18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Algebraica</a:t>
            </a:r>
            <a:endParaRPr/>
          </a:p>
          <a:p>
            <a:pPr indent="0" lvl="1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MX" sz="1800" u="none" cap="none" strike="noStrik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variables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4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p11"/>
          <p:cNvSpPr txBox="1"/>
          <p:nvPr/>
        </p:nvSpPr>
        <p:spPr>
          <a:xfrm>
            <a:off x="1588772" y="261312"/>
            <a:ext cx="3657600" cy="11079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1600">
                <a:solidFill>
                  <a:srgbClr val="FFFF0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Mutabilidad: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6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Significa si un objeto puede cambiar después de crearse.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graphicFrame>
        <p:nvGraphicFramePr>
          <p:cNvPr id="456" name="Google Shape;456;p11"/>
          <p:cNvGraphicFramePr/>
          <p:nvPr/>
        </p:nvGraphicFramePr>
        <p:xfrm>
          <a:off x="2224176" y="1241453"/>
          <a:ext cx="3000000" cy="3000000"/>
        </p:xfrm>
        <a:graphic>
          <a:graphicData uri="http://schemas.openxmlformats.org/drawingml/2006/table">
            <a:tbl>
              <a:tblPr firstRow="1">
                <a:noFill/>
                <a:tableStyleId>{686C373D-86C4-411D-9EFD-E0C02E138E12}</a:tableStyleId>
              </a:tblPr>
              <a:tblGrid>
                <a:gridCol w="1357300"/>
                <a:gridCol w="1357300"/>
              </a:tblGrid>
              <a:tr h="3191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 sz="1400" u="none" cap="none" strike="noStrike"/>
                        <a:t>Mutable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 sz="1400" u="none" cap="none" strike="noStrike"/>
                        <a:t>Inmutable</a:t>
                      </a:r>
                      <a:endParaRPr/>
                    </a:p>
                  </a:txBody>
                  <a:tcPr marT="45725" marB="45725" marR="91450" marL="91450" anchor="ctr"/>
                </a:tc>
              </a:tr>
              <a:tr h="3191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 sz="1400" u="none" cap="none" strike="noStrike"/>
                        <a:t>list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 sz="1400" u="none" cap="none" strike="noStrike"/>
                        <a:t>int</a:t>
                      </a:r>
                      <a:endParaRPr/>
                    </a:p>
                  </a:txBody>
                  <a:tcPr marT="45725" marB="45725" marR="91450" marL="91450" anchor="ctr"/>
                </a:tc>
              </a:tr>
              <a:tr h="3191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 sz="1400" u="none" cap="none" strike="noStrike"/>
                        <a:t>dict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 sz="1400" u="none" cap="none" strike="noStrike"/>
                        <a:t>float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</a:tr>
              <a:tr h="3191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 sz="1400" u="none" cap="none" strike="noStrike"/>
                        <a:t>set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 sz="1400" u="none" cap="none" strike="noStrike"/>
                        <a:t>str</a:t>
                      </a:r>
                      <a:endParaRPr/>
                    </a:p>
                  </a:txBody>
                  <a:tcPr marT="45725" marB="45725" marR="91450" marL="91450" anchor="ctr"/>
                </a:tc>
              </a:tr>
              <a:tr h="3191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 sz="1400" u="none" cap="none" strike="noStrike"/>
                        <a:t>bytearray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 sz="1400" u="none" cap="none" strike="noStrike"/>
                        <a:t>tuple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</a:tr>
            </a:tbl>
          </a:graphicData>
        </a:graphic>
      </p:graphicFrame>
      <p:sp>
        <p:nvSpPr>
          <p:cNvPr id="457" name="Google Shape;457;p11"/>
          <p:cNvSpPr txBox="1"/>
          <p:nvPr/>
        </p:nvSpPr>
        <p:spPr>
          <a:xfrm>
            <a:off x="6743538" y="261300"/>
            <a:ext cx="4783800" cy="4371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1700">
                <a:solidFill>
                  <a:srgbClr val="FFFF0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Referencias</a:t>
            </a:r>
            <a:endParaRPr sz="15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7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Las variables NO guardan realmente el objeto.</a:t>
            </a:r>
            <a:br>
              <a:rPr lang="es-MX" sz="17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</a:br>
            <a:r>
              <a:rPr lang="es-MX" sz="17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Guardan una referencia al objeto en memoria.</a:t>
            </a:r>
            <a:endParaRPr sz="15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s-MX" sz="15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a = [1, 2, 3]</a:t>
            </a:r>
            <a:endParaRPr sz="15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s-MX" sz="15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b = a</a:t>
            </a:r>
            <a:endParaRPr sz="15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s-MX" sz="15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b[0] = 999</a:t>
            </a:r>
            <a:endParaRPr sz="15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s-MX" sz="15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print(a)  # [999, 2, 3]</a:t>
            </a:r>
            <a:endParaRPr sz="15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15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s-MX" sz="15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Solucion copiar lista</a:t>
            </a:r>
            <a:endParaRPr sz="1500"/>
          </a:p>
          <a:p>
            <a:pPr indent="-29210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</a:pPr>
            <a:r>
              <a:rPr i="1" lang="es-MX" sz="15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b=a.copy()</a:t>
            </a:r>
            <a:endParaRPr sz="1500"/>
          </a:p>
          <a:p>
            <a:pPr indent="-29210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</a:pPr>
            <a:r>
              <a:rPr i="1" lang="es-MX" sz="15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Slicing  </a:t>
            </a:r>
            <a:r>
              <a:rPr lang="es-MX" sz="15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b = a[:]</a:t>
            </a:r>
            <a:endParaRPr sz="1500"/>
          </a:p>
          <a:p>
            <a:pPr indent="-29210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</a:pPr>
            <a:r>
              <a:rPr lang="es-MX" sz="15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b = list(a)</a:t>
            </a:r>
            <a:endParaRPr sz="1600"/>
          </a:p>
          <a:p>
            <a:pPr indent="-29210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</a:pPr>
            <a:r>
              <a:rPr lang="es-MX" sz="15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Deepcopy</a:t>
            </a:r>
            <a:endParaRPr sz="15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5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Regla importante, la variable normalmente</a:t>
            </a:r>
            <a:r>
              <a:rPr lang="es-MX" sz="15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 </a:t>
            </a:r>
            <a:r>
              <a:rPr lang="es-MX" sz="15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NO guarda el objeto guarda una referencia al objeto</a:t>
            </a:r>
            <a:endParaRPr sz="15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15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458" name="Google Shape;458;p11"/>
          <p:cNvSpPr txBox="1"/>
          <p:nvPr/>
        </p:nvSpPr>
        <p:spPr>
          <a:xfrm>
            <a:off x="1066948" y="3029129"/>
            <a:ext cx="5029051" cy="11079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1600">
                <a:solidFill>
                  <a:srgbClr val="FFFF0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id()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6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Muestra la identidad del objeto (normalmente relacionada con su dirección en memoria).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s-MX" sz="16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id(var)</a:t>
            </a:r>
            <a:endParaRPr/>
          </a:p>
        </p:txBody>
      </p:sp>
      <p:sp>
        <p:nvSpPr>
          <p:cNvPr id="459" name="Google Shape;459;p11"/>
          <p:cNvSpPr txBox="1"/>
          <p:nvPr/>
        </p:nvSpPr>
        <p:spPr>
          <a:xfrm>
            <a:off x="1147462" y="4395487"/>
            <a:ext cx="5167073" cy="206210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6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Python maneja memoria automáticamente, pero entender esto ayuda muchísimo.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1600">
                <a:solidFill>
                  <a:srgbClr val="FFFF0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Stack</a:t>
            </a:r>
            <a:r>
              <a:rPr lang="es-MX" sz="16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6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Memoria rápida usada para: variables localesllamadas de funciones, control del programa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1600">
                <a:solidFill>
                  <a:srgbClr val="FFFF0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Heap</a:t>
            </a:r>
            <a:endParaRPr b="1" sz="1600">
              <a:solidFill>
                <a:srgbClr val="FFFF00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6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Memoria grande donde viven los objetos reales: listas, strings, diccionarios, objetos</a:t>
            </a:r>
            <a:endParaRPr/>
          </a:p>
        </p:txBody>
      </p:sp>
      <p:sp>
        <p:nvSpPr>
          <p:cNvPr id="460" name="Google Shape;460;p11"/>
          <p:cNvSpPr txBox="1"/>
          <p:nvPr/>
        </p:nvSpPr>
        <p:spPr>
          <a:xfrm>
            <a:off x="6630986" y="4137125"/>
            <a:ext cx="5008800" cy="240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1500">
                <a:solidFill>
                  <a:srgbClr val="FFFF0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Buffering</a:t>
            </a:r>
            <a:endParaRPr b="1" sz="1500">
              <a:solidFill>
                <a:srgbClr val="FFFF00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5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Es almacenamiento temporal de datos antes de enviarlos.</a:t>
            </a:r>
            <a:endParaRPr sz="15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5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Cuándo se vacía automáticamente el buffer?</a:t>
            </a:r>
            <a:endParaRPr sz="15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5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hay \n</a:t>
            </a:r>
            <a:endParaRPr sz="15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5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el buffer se llena</a:t>
            </a:r>
            <a:endParaRPr sz="15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5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termina el programa</a:t>
            </a:r>
            <a:endParaRPr sz="15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5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usas flush=True</a:t>
            </a:r>
            <a:endParaRPr sz="15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5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A veces Python espera DEMASIADO antes de mostrar algo.</a:t>
            </a:r>
            <a:endParaRPr sz="15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500" u="sng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Buffer</a:t>
            </a:r>
            <a:r>
              <a:rPr lang="es-MX" sz="15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 = “esperar antes de enviar”</a:t>
            </a:r>
            <a:endParaRPr sz="15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500" u="sng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Flush</a:t>
            </a:r>
            <a:r>
              <a:rPr lang="es-MX" sz="15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=True = “envíalo inmediatamente”.</a:t>
            </a:r>
            <a:endParaRPr sz="15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4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Google Shape;465;p12"/>
          <p:cNvSpPr txBox="1"/>
          <p:nvPr>
            <p:ph idx="1" type="body"/>
          </p:nvPr>
        </p:nvSpPr>
        <p:spPr>
          <a:xfrm>
            <a:off x="792317" y="888154"/>
            <a:ext cx="4351184" cy="466259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20000"/>
          </a:bodyPr>
          <a:lstStyle/>
          <a:p>
            <a:pPr indent="0" lvl="0" marL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9CE1CE"/>
              </a:buClr>
              <a:buSzPct val="125000"/>
              <a:buNone/>
            </a:pPr>
            <a:r>
              <a:rPr lang="es-MX" sz="2800">
                <a:solidFill>
                  <a:srgbClr val="9CE1CE"/>
                </a:solidFill>
              </a:rPr>
              <a:t>Array</a:t>
            </a:r>
            <a:r>
              <a:rPr lang="es-MX" sz="2000"/>
              <a:t>   </a:t>
            </a:r>
            <a:endParaRPr/>
          </a:p>
          <a:p>
            <a:pPr indent="0" lvl="0" marL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ct val="125000"/>
              <a:buNone/>
            </a:pPr>
            <a:r>
              <a:rPr lang="es-MX" sz="2000"/>
              <a:t> </a:t>
            </a:r>
            <a:r>
              <a:rPr b="0" lang="es-MX" sz="2000">
                <a:latin typeface="Courier New"/>
                <a:ea typeface="Courier New"/>
                <a:cs typeface="Courier New"/>
                <a:sym typeface="Courier New"/>
              </a:rPr>
              <a:t>nombre</a:t>
            </a:r>
            <a:r>
              <a:rPr b="0" lang="es-MX" sz="2000">
                <a:solidFill>
                  <a:srgbClr val="FF9999"/>
                </a:solidFill>
                <a:latin typeface="Courier New"/>
                <a:ea typeface="Courier New"/>
                <a:cs typeface="Courier New"/>
                <a:sym typeface="Courier New"/>
              </a:rPr>
              <a:t>=['g','a',"t",'h','e','r','i','n','g']</a:t>
            </a:r>
            <a:endParaRPr sz="2000">
              <a:solidFill>
                <a:srgbClr val="FF9999"/>
              </a:solidFill>
            </a:endParaRPr>
          </a:p>
          <a:p>
            <a:pPr indent="0" lvl="0" marL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ct val="125000"/>
              <a:buNone/>
            </a:pPr>
            <a:r>
              <a:rPr lang="es-MX" sz="2000"/>
              <a:t>Slicing  </a:t>
            </a:r>
            <a:r>
              <a:rPr b="0" lang="es-MX" sz="1600">
                <a:solidFill>
                  <a:srgbClr val="FF9999"/>
                </a:solidFill>
                <a:latin typeface="Courier New"/>
                <a:ea typeface="Courier New"/>
                <a:cs typeface="Courier New"/>
                <a:sym typeface="Courier New"/>
              </a:rPr>
              <a:t>nombre[::-1]</a:t>
            </a:r>
            <a:endParaRPr/>
          </a:p>
          <a:p>
            <a:pPr indent="0" lvl="0" marL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ct val="125000"/>
              <a:buNone/>
            </a:pPr>
            <a:r>
              <a:rPr lang="es-MX" sz="2000"/>
              <a:t>Elementos</a:t>
            </a:r>
            <a:r>
              <a:rPr lang="es-MX" sz="2000">
                <a:solidFill>
                  <a:srgbClr val="FF9999"/>
                </a:solidFill>
              </a:rPr>
              <a:t> </a:t>
            </a:r>
            <a:r>
              <a:rPr lang="es-MX" sz="1600">
                <a:solidFill>
                  <a:srgbClr val="FF9999"/>
                </a:solidFill>
                <a:latin typeface="Courier New"/>
                <a:ea typeface="Courier New"/>
                <a:cs typeface="Courier New"/>
                <a:sym typeface="Courier New"/>
              </a:rPr>
              <a:t>len()</a:t>
            </a:r>
            <a:endParaRPr sz="1600">
              <a:solidFill>
                <a:srgbClr val="FF9999"/>
              </a:solidFill>
            </a:endParaRPr>
          </a:p>
          <a:p>
            <a:pPr indent="0" lvl="0" marL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ct val="125000"/>
              <a:buNone/>
            </a:pPr>
            <a:r>
              <a:rPr lang="es-MX" sz="2000"/>
              <a:t>Agregar   </a:t>
            </a:r>
            <a:r>
              <a:rPr b="0" lang="es-MX" sz="1600">
                <a:solidFill>
                  <a:srgbClr val="FF9999"/>
                </a:solidFill>
                <a:latin typeface="Courier New"/>
                <a:ea typeface="Courier New"/>
                <a:cs typeface="Courier New"/>
                <a:sym typeface="Courier New"/>
              </a:rPr>
              <a:t>nombre.append('V')</a:t>
            </a:r>
            <a:endParaRPr sz="2000">
              <a:solidFill>
                <a:srgbClr val="FF9999"/>
              </a:solidFill>
            </a:endParaRPr>
          </a:p>
          <a:p>
            <a:pPr indent="0" lvl="0" marL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ct val="125000"/>
              <a:buNone/>
            </a:pPr>
            <a:r>
              <a:rPr lang="es-MX" sz="2000"/>
              <a:t>Modificar  </a:t>
            </a:r>
            <a:r>
              <a:rPr b="0" lang="es-MX" sz="1600">
                <a:solidFill>
                  <a:srgbClr val="FF9999"/>
                </a:solidFill>
                <a:latin typeface="Courier New"/>
                <a:ea typeface="Courier New"/>
                <a:cs typeface="Courier New"/>
                <a:sym typeface="Courier New"/>
              </a:rPr>
              <a:t>nombre[0]="f"</a:t>
            </a:r>
            <a:endParaRPr/>
          </a:p>
          <a:p>
            <a:pPr indent="0" lvl="0" marL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ct val="125000"/>
              <a:buNone/>
            </a:pPr>
            <a:r>
              <a:rPr lang="es-MX" sz="2000"/>
              <a:t>Consultar  </a:t>
            </a:r>
            <a:r>
              <a:rPr b="0" lang="es-MX" sz="1600">
                <a:solidFill>
                  <a:srgbClr val="FF9999"/>
                </a:solidFill>
                <a:latin typeface="Courier New"/>
                <a:ea typeface="Courier New"/>
                <a:cs typeface="Courier New"/>
                <a:sym typeface="Courier New"/>
              </a:rPr>
              <a:t>nombre[</a:t>
            </a:r>
            <a:r>
              <a:rPr lang="es-MX" sz="1600">
                <a:solidFill>
                  <a:srgbClr val="FF9999"/>
                </a:solidFill>
                <a:latin typeface="Courier New"/>
                <a:ea typeface="Courier New"/>
                <a:cs typeface="Courier New"/>
                <a:sym typeface="Courier New"/>
              </a:rPr>
              <a:t>#</a:t>
            </a:r>
            <a:r>
              <a:rPr b="0" lang="es-MX" sz="1600">
                <a:solidFill>
                  <a:srgbClr val="FF9999"/>
                </a:solidFill>
                <a:latin typeface="Courier New"/>
                <a:ea typeface="Courier New"/>
                <a:cs typeface="Courier New"/>
                <a:sym typeface="Courier New"/>
              </a:rPr>
              <a:t>]</a:t>
            </a:r>
            <a:endParaRPr/>
          </a:p>
          <a:p>
            <a:pPr indent="0" lvl="0" marL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ct val="125000"/>
              <a:buNone/>
            </a:pPr>
            <a:r>
              <a:rPr lang="es-MX" sz="2000"/>
              <a:t>Eliminar índice o slice  </a:t>
            </a:r>
            <a:r>
              <a:rPr b="0" lang="es-MX" sz="1600">
                <a:solidFill>
                  <a:srgbClr val="FF9999"/>
                </a:solidFill>
                <a:latin typeface="Courier New"/>
                <a:ea typeface="Courier New"/>
                <a:cs typeface="Courier New"/>
                <a:sym typeface="Courier New"/>
              </a:rPr>
              <a:t>del nombre[2</a:t>
            </a:r>
            <a:r>
              <a:rPr b="0" lang="es-MX" sz="1600">
                <a:latin typeface="Courier New"/>
                <a:ea typeface="Courier New"/>
                <a:cs typeface="Courier New"/>
                <a:sym typeface="Courier New"/>
              </a:rPr>
              <a:t>]</a:t>
            </a:r>
            <a:endParaRPr sz="2000"/>
          </a:p>
          <a:p>
            <a:pPr indent="0" lvl="0" marL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ct val="125000"/>
              <a:buNone/>
            </a:pPr>
            <a:r>
              <a:rPr lang="es-MX" sz="2000"/>
              <a:t>Eliminar valor  </a:t>
            </a:r>
            <a:r>
              <a:rPr b="0" lang="es-MX" sz="1600">
                <a:solidFill>
                  <a:srgbClr val="FF9999"/>
                </a:solidFill>
                <a:latin typeface="Courier New"/>
                <a:ea typeface="Courier New"/>
                <a:cs typeface="Courier New"/>
                <a:sym typeface="Courier New"/>
              </a:rPr>
              <a:t>nombre.remove('a')</a:t>
            </a:r>
            <a:endParaRPr/>
          </a:p>
          <a:p>
            <a:pPr indent="0" lvl="0" marL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ct val="125000"/>
              <a:buNone/>
            </a:pPr>
            <a:r>
              <a:t/>
            </a:r>
            <a:endParaRPr sz="2000"/>
          </a:p>
          <a:p>
            <a:pPr indent="0" lvl="0" marL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ct val="125000"/>
              <a:buNone/>
            </a:pPr>
            <a:r>
              <a:t/>
            </a:r>
            <a:endParaRPr sz="2000"/>
          </a:p>
        </p:txBody>
      </p:sp>
      <p:sp>
        <p:nvSpPr>
          <p:cNvPr id="466" name="Google Shape;466;p12"/>
          <p:cNvSpPr txBox="1"/>
          <p:nvPr/>
        </p:nvSpPr>
        <p:spPr>
          <a:xfrm>
            <a:off x="5410201" y="368300"/>
            <a:ext cx="6184899" cy="6121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10000"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25000"/>
              <a:buFont typeface="Arial"/>
              <a:buNone/>
            </a:pPr>
            <a:r>
              <a:rPr lang="es-MX" sz="18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.</a:t>
            </a:r>
            <a:r>
              <a:rPr lang="es-MX" sz="1800">
                <a:solidFill>
                  <a:srgbClr val="FEB179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append</a:t>
            </a:r>
            <a:r>
              <a:rPr lang="es-MX" sz="18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(): </a:t>
            </a:r>
            <a:r>
              <a:rPr lang="es-MX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Agrega un elemento al final del arreglo.</a:t>
            </a:r>
            <a:endParaRPr/>
          </a:p>
          <a:p>
            <a:pPr indent="0" lvl="0" marL="0" marR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ct val="125000"/>
              <a:buFont typeface="Arial"/>
              <a:buNone/>
            </a:pPr>
            <a:r>
              <a:rPr lang="es-MX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r>
              <a:rPr lang="es-MX" sz="1800">
                <a:solidFill>
                  <a:srgbClr val="FEB179"/>
                </a:solidFill>
                <a:latin typeface="Arial"/>
                <a:ea typeface="Arial"/>
                <a:cs typeface="Arial"/>
                <a:sym typeface="Arial"/>
              </a:rPr>
              <a:t>extend</a:t>
            </a:r>
            <a:r>
              <a:rPr lang="es-MX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(): Agrega varios elementos al final del arreglo(vector).</a:t>
            </a:r>
            <a:endParaRPr/>
          </a:p>
          <a:p>
            <a:pPr indent="0" lvl="0" marL="0" marR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ct val="125000"/>
              <a:buFont typeface="Arial"/>
              <a:buNone/>
            </a:pPr>
            <a:r>
              <a:rPr lang="es-MX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r>
              <a:rPr lang="es-MX" sz="1800">
                <a:solidFill>
                  <a:srgbClr val="FEB179"/>
                </a:solidFill>
                <a:latin typeface="Arial"/>
                <a:ea typeface="Arial"/>
                <a:cs typeface="Arial"/>
                <a:sym typeface="Arial"/>
              </a:rPr>
              <a:t>insert</a:t>
            </a:r>
            <a:r>
              <a:rPr lang="es-MX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(): Agrega un elemento en una posición específica del arreglo.</a:t>
            </a:r>
            <a:endParaRPr/>
          </a:p>
          <a:p>
            <a:pPr indent="0" lvl="0" marL="0" marR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ct val="125000"/>
              <a:buFont typeface="Arial"/>
              <a:buNone/>
            </a:pPr>
            <a:r>
              <a:rPr lang="es-MX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r>
              <a:rPr lang="es-MX" sz="1800">
                <a:solidFill>
                  <a:srgbClr val="FEB179"/>
                </a:solidFill>
                <a:latin typeface="Arial"/>
                <a:ea typeface="Arial"/>
                <a:cs typeface="Arial"/>
                <a:sym typeface="Arial"/>
              </a:rPr>
              <a:t>remove</a:t>
            </a:r>
            <a:r>
              <a:rPr lang="es-MX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(): Elimina el primer elemento del arreglo que coincide con el valor especificado.</a:t>
            </a:r>
            <a:endParaRPr/>
          </a:p>
          <a:p>
            <a:pPr indent="0" lvl="0" marL="0" marR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ct val="125000"/>
              <a:buFont typeface="Arial"/>
              <a:buNone/>
            </a:pPr>
            <a:r>
              <a:rPr lang="es-MX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r>
              <a:rPr lang="es-MX" sz="1800">
                <a:solidFill>
                  <a:srgbClr val="FEB179"/>
                </a:solidFill>
                <a:latin typeface="Arial"/>
                <a:ea typeface="Arial"/>
                <a:cs typeface="Arial"/>
                <a:sym typeface="Arial"/>
              </a:rPr>
              <a:t>pop</a:t>
            </a:r>
            <a:r>
              <a:rPr lang="es-MX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(): Elimina el elemento en una posición específica del arreglo y lo devuelve.</a:t>
            </a:r>
            <a:endParaRPr/>
          </a:p>
          <a:p>
            <a:pPr indent="0" lvl="0" marL="0" marR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FEB179"/>
              </a:buClr>
              <a:buSzPct val="125000"/>
              <a:buFont typeface="Arial"/>
              <a:buNone/>
            </a:pPr>
            <a:r>
              <a:rPr lang="es-MX" sz="1800">
                <a:solidFill>
                  <a:srgbClr val="FEB179"/>
                </a:solidFill>
                <a:latin typeface="Arial"/>
                <a:ea typeface="Arial"/>
                <a:cs typeface="Arial"/>
                <a:sym typeface="Arial"/>
              </a:rPr>
              <a:t>del</a:t>
            </a:r>
            <a:r>
              <a:rPr lang="es-MX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X/x1:x2: Elimina por índice y/o por rango</a:t>
            </a:r>
            <a:endParaRPr/>
          </a:p>
          <a:p>
            <a:pPr indent="0" lvl="0" marL="0" marR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ct val="125000"/>
              <a:buFont typeface="Arial"/>
              <a:buNone/>
            </a:pPr>
            <a:r>
              <a:rPr lang="es-MX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r>
              <a:rPr lang="es-MX" sz="1800">
                <a:solidFill>
                  <a:srgbClr val="FEB179"/>
                </a:solidFill>
                <a:latin typeface="Arial"/>
                <a:ea typeface="Arial"/>
                <a:cs typeface="Arial"/>
                <a:sym typeface="Arial"/>
              </a:rPr>
              <a:t>index</a:t>
            </a:r>
            <a:r>
              <a:rPr lang="es-MX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(): Devuelve la posición del primer elemento que coincide con el valor especificado.</a:t>
            </a:r>
            <a:endParaRPr/>
          </a:p>
          <a:p>
            <a:pPr indent="0" lvl="0" marL="0" marR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ct val="125000"/>
              <a:buFont typeface="Arial"/>
              <a:buNone/>
            </a:pPr>
            <a:r>
              <a:rPr lang="es-MX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r>
              <a:rPr lang="es-MX" sz="1800">
                <a:solidFill>
                  <a:srgbClr val="FEB179"/>
                </a:solidFill>
                <a:latin typeface="Arial"/>
                <a:ea typeface="Arial"/>
                <a:cs typeface="Arial"/>
                <a:sym typeface="Arial"/>
              </a:rPr>
              <a:t>sort</a:t>
            </a:r>
            <a:r>
              <a:rPr lang="es-MX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(): Ordena los elementos del arreglo en orden ascendente.</a:t>
            </a:r>
            <a:endParaRPr/>
          </a:p>
          <a:p>
            <a:pPr indent="0" lvl="0" marL="0" marR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ct val="125000"/>
              <a:buFont typeface="Arial"/>
              <a:buNone/>
            </a:pPr>
            <a:r>
              <a:rPr lang="es-MX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r>
              <a:rPr lang="es-MX" sz="1800">
                <a:solidFill>
                  <a:srgbClr val="FEB179"/>
                </a:solidFill>
                <a:latin typeface="Arial"/>
                <a:ea typeface="Arial"/>
                <a:cs typeface="Arial"/>
                <a:sym typeface="Arial"/>
              </a:rPr>
              <a:t>reverse</a:t>
            </a:r>
            <a:r>
              <a:rPr lang="es-MX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(): Invierte el orden de los elementos en el arreglo.</a:t>
            </a:r>
            <a:endParaRPr/>
          </a:p>
          <a:p>
            <a:pPr indent="0" lvl="0" marL="0" marR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ct val="125000"/>
              <a:buFont typeface="Arial"/>
              <a:buNone/>
            </a:pPr>
            <a:r>
              <a:rPr lang="es-MX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r>
              <a:rPr lang="es-MX" sz="1800">
                <a:solidFill>
                  <a:srgbClr val="FEB179"/>
                </a:solidFill>
                <a:latin typeface="Arial"/>
                <a:ea typeface="Arial"/>
                <a:cs typeface="Arial"/>
                <a:sym typeface="Arial"/>
              </a:rPr>
              <a:t>count</a:t>
            </a:r>
            <a:r>
              <a:rPr lang="es-MX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(): </a:t>
            </a:r>
            <a:r>
              <a:rPr lang="es-MX" sz="1800">
                <a:solidFill>
                  <a:srgbClr val="D1D5DB"/>
                </a:solidFill>
                <a:latin typeface="Arial"/>
                <a:ea typeface="Arial"/>
                <a:cs typeface="Arial"/>
                <a:sym typeface="Arial"/>
              </a:rPr>
              <a:t>Devuelve el número de veces que aparece un elemento en el arreglo.</a:t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ct val="125000"/>
              <a:buFont typeface="Arial"/>
              <a:buNone/>
            </a:pPr>
            <a:r>
              <a:rPr lang="es-MX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r>
              <a:rPr lang="es-MX" sz="1800">
                <a:solidFill>
                  <a:srgbClr val="FEB179"/>
                </a:solidFill>
                <a:latin typeface="Arial"/>
                <a:ea typeface="Arial"/>
                <a:cs typeface="Arial"/>
                <a:sym typeface="Arial"/>
              </a:rPr>
              <a:t>copy</a:t>
            </a:r>
            <a:r>
              <a:rPr lang="es-MX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(): </a:t>
            </a:r>
            <a:r>
              <a:rPr lang="es-MX" sz="1800">
                <a:solidFill>
                  <a:srgbClr val="D1D5DB"/>
                </a:solidFill>
                <a:latin typeface="Arial"/>
                <a:ea typeface="Arial"/>
                <a:cs typeface="Arial"/>
                <a:sym typeface="Arial"/>
              </a:rPr>
              <a:t>Crea una copia superficial del arreglo.</a:t>
            </a:r>
            <a:endParaRPr/>
          </a:p>
          <a:p>
            <a:pPr indent="0" lvl="0" marL="0" marR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ct val="125000"/>
              <a:buFont typeface="Arial"/>
              <a:buNone/>
            </a:pPr>
            <a:r>
              <a:rPr lang="es-MX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r>
              <a:rPr lang="es-MX" sz="1800">
                <a:solidFill>
                  <a:srgbClr val="FEB179"/>
                </a:solidFill>
                <a:latin typeface="Arial"/>
                <a:ea typeface="Arial"/>
                <a:cs typeface="Arial"/>
                <a:sym typeface="Arial"/>
              </a:rPr>
              <a:t>clear</a:t>
            </a:r>
            <a:r>
              <a:rPr lang="es-MX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(): </a:t>
            </a:r>
            <a:r>
              <a:rPr lang="es-MX" sz="1800">
                <a:solidFill>
                  <a:srgbClr val="D1D5DB"/>
                </a:solidFill>
                <a:latin typeface="Arial"/>
                <a:ea typeface="Arial"/>
                <a:cs typeface="Arial"/>
                <a:sym typeface="Arial"/>
              </a:rPr>
              <a:t>Elimina todos los elementos del arreglo.</a:t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0" name="Shape 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1" name="Google Shape;471;p13"/>
          <p:cNvPicPr preferRelativeResize="0"/>
          <p:nvPr/>
        </p:nvPicPr>
        <p:blipFill rotWithShape="1">
          <a:blip r:embed="rId3">
            <a:alphaModFix/>
          </a:blip>
          <a:srcRect b="14612" l="27501" r="15729" t="35363"/>
          <a:stretch/>
        </p:blipFill>
        <p:spPr>
          <a:xfrm>
            <a:off x="3208396" y="1497025"/>
            <a:ext cx="8878406" cy="4398476"/>
          </a:xfrm>
          <a:prstGeom prst="rect">
            <a:avLst/>
          </a:prstGeom>
          <a:noFill/>
          <a:ln>
            <a:noFill/>
          </a:ln>
        </p:spPr>
      </p:pic>
      <p:sp>
        <p:nvSpPr>
          <p:cNvPr id="472" name="Google Shape;472;p13"/>
          <p:cNvSpPr txBox="1"/>
          <p:nvPr/>
        </p:nvSpPr>
        <p:spPr>
          <a:xfrm>
            <a:off x="1498600" y="177631"/>
            <a:ext cx="8128000" cy="10772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20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una </a:t>
            </a:r>
            <a:r>
              <a:rPr b="1" lang="es-MX" sz="20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cadena</a:t>
            </a:r>
            <a:r>
              <a:rPr lang="es-MX" sz="20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 o </a:t>
            </a:r>
            <a:r>
              <a:rPr b="1" lang="es-MX" sz="2400">
                <a:solidFill>
                  <a:srgbClr val="F78B79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STRING</a:t>
            </a:r>
            <a:r>
              <a:rPr lang="es-MX" sz="20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 es una secuencia de caracteres “” ‘’ cadenas inmutables. Se puede modificar con operaciones y métodos.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20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Solo pueden contener caracteres.</a:t>
            </a:r>
            <a:endParaRPr/>
          </a:p>
        </p:txBody>
      </p:sp>
      <p:sp>
        <p:nvSpPr>
          <p:cNvPr id="473" name="Google Shape;473;p13"/>
          <p:cNvSpPr txBox="1"/>
          <p:nvPr/>
        </p:nvSpPr>
        <p:spPr>
          <a:xfrm>
            <a:off x="698500" y="1595628"/>
            <a:ext cx="2349500" cy="53860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800">
                <a:solidFill>
                  <a:srgbClr val="C9F296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.</a:t>
            </a:r>
            <a:r>
              <a:rPr lang="es-MX" sz="2000">
                <a:solidFill>
                  <a:srgbClr val="C9F296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capitalize() </a:t>
            </a:r>
            <a:r>
              <a:rPr lang="es-MX" sz="20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Mayuscula al inicio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2000">
                <a:solidFill>
                  <a:srgbClr val="C9F296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.title()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8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# Mayus en primer letra de cada palabra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C9F296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2000">
                <a:solidFill>
                  <a:srgbClr val="C9F296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.swapcase()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8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# Inversa de mayusc y minisc</a:t>
            </a:r>
            <a:endParaRPr sz="18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C9F296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2000">
                <a:solidFill>
                  <a:srgbClr val="C9F296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.replace(x,y)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8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#reemplazar x por y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C9F296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2000">
                <a:solidFill>
                  <a:srgbClr val="C9F296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.strip()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8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    # quitar espacios al inicio y final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7" name="Shape 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" name="Google Shape;478;p14"/>
          <p:cNvSpPr txBox="1"/>
          <p:nvPr>
            <p:ph idx="1" type="body"/>
          </p:nvPr>
        </p:nvSpPr>
        <p:spPr>
          <a:xfrm>
            <a:off x="825005" y="490664"/>
            <a:ext cx="4008311" cy="61922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20000"/>
          </a:bodyPr>
          <a:lstStyle/>
          <a:p>
            <a:pPr indent="-228600" lvl="0" marL="2286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81D319"/>
              </a:buClr>
              <a:buSzPct val="125000"/>
              <a:buChar char="•"/>
            </a:pPr>
            <a:r>
              <a:rPr b="1" lang="es-MX" sz="2800">
                <a:solidFill>
                  <a:srgbClr val="81D319"/>
                </a:solidFill>
              </a:rPr>
              <a:t>If condición:</a:t>
            </a:r>
            <a:endParaRPr/>
          </a:p>
          <a:p>
            <a:pPr indent="-228600" lvl="1" marL="68580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rgbClr val="81D319"/>
              </a:buClr>
              <a:buSzPct val="125000"/>
              <a:buChar char="•"/>
            </a:pPr>
            <a:r>
              <a:rPr b="1" lang="es-MX" sz="1800">
                <a:solidFill>
                  <a:srgbClr val="81D319"/>
                </a:solidFill>
              </a:rPr>
              <a:t>Acción</a:t>
            </a:r>
            <a:endParaRPr/>
          </a:p>
          <a:p>
            <a:pPr indent="-228600" lvl="1" marL="68580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rgbClr val="81D319"/>
              </a:buClr>
              <a:buSzPct val="125000"/>
              <a:buChar char="•"/>
            </a:pPr>
            <a:r>
              <a:rPr b="1" lang="es-MX" sz="1800">
                <a:solidFill>
                  <a:srgbClr val="81D319"/>
                </a:solidFill>
              </a:rPr>
              <a:t>Clausula</a:t>
            </a:r>
            <a:endParaRPr/>
          </a:p>
          <a:p>
            <a:pPr indent="-228600" lvl="0" marL="2286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81D319"/>
              </a:buClr>
              <a:buSzPct val="125000"/>
              <a:buChar char="•"/>
            </a:pPr>
            <a:r>
              <a:rPr b="1" lang="es-MX" sz="2800">
                <a:solidFill>
                  <a:srgbClr val="81D319"/>
                </a:solidFill>
              </a:rPr>
              <a:t>Elif:</a:t>
            </a:r>
            <a:endParaRPr/>
          </a:p>
          <a:p>
            <a:pPr indent="-228600" lvl="0" marL="2286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81D319"/>
              </a:buClr>
              <a:buSzPct val="125000"/>
              <a:buChar char="•"/>
            </a:pPr>
            <a:r>
              <a:rPr b="1" lang="es-MX" sz="2800">
                <a:solidFill>
                  <a:srgbClr val="81D319"/>
                </a:solidFill>
              </a:rPr>
              <a:t>Else:</a:t>
            </a:r>
            <a:endParaRPr/>
          </a:p>
          <a:p>
            <a:pPr indent="0" lvl="0" marL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ct val="125000"/>
              <a:buNone/>
            </a:pPr>
            <a:r>
              <a:t/>
            </a:r>
            <a:endParaRPr b="1" sz="2800">
              <a:solidFill>
                <a:srgbClr val="81D319"/>
              </a:solidFill>
            </a:endParaRPr>
          </a:p>
          <a:p>
            <a:pPr indent="-228600" lvl="0" marL="2286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34AC8B"/>
              </a:buClr>
              <a:buSzPct val="125000"/>
              <a:buChar char="•"/>
            </a:pPr>
            <a:r>
              <a:rPr b="1" lang="es-MX" sz="2800">
                <a:solidFill>
                  <a:srgbClr val="34AC8B"/>
                </a:solidFill>
              </a:rPr>
              <a:t>While condición:</a:t>
            </a:r>
            <a:endParaRPr/>
          </a:p>
          <a:p>
            <a:pPr indent="-228600" lvl="1" marL="68580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rgbClr val="34AC8B"/>
              </a:buClr>
              <a:buSzPct val="125000"/>
              <a:buChar char="•"/>
            </a:pPr>
            <a:r>
              <a:rPr b="1" lang="es-MX" sz="1800">
                <a:solidFill>
                  <a:srgbClr val="34AC8B"/>
                </a:solidFill>
              </a:rPr>
              <a:t>Acción</a:t>
            </a:r>
            <a:endParaRPr/>
          </a:p>
          <a:p>
            <a:pPr indent="-228600" lvl="1" marL="68580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rgbClr val="34AC8B"/>
              </a:buClr>
              <a:buSzPct val="125000"/>
              <a:buChar char="•"/>
            </a:pPr>
            <a:r>
              <a:rPr b="1" lang="es-MX" sz="1800">
                <a:solidFill>
                  <a:srgbClr val="34AC8B"/>
                </a:solidFill>
              </a:rPr>
              <a:t>Clausula</a:t>
            </a:r>
            <a:endParaRPr/>
          </a:p>
          <a:p>
            <a:pPr indent="0" lvl="1" marL="45720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rgbClr val="34AC8B"/>
              </a:buClr>
              <a:buSzPct val="125000"/>
              <a:buNone/>
            </a:pPr>
            <a:r>
              <a:rPr b="1" lang="es-MX" sz="1800">
                <a:solidFill>
                  <a:srgbClr val="34AC8B"/>
                </a:solidFill>
              </a:rPr>
              <a:t>Else: // si el ciclo acaba y no se usa una cláusula se ejecuta</a:t>
            </a:r>
            <a:endParaRPr/>
          </a:p>
          <a:p>
            <a:pPr indent="0" lvl="1" marL="45720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ct val="125000"/>
              <a:buNone/>
            </a:pPr>
            <a:r>
              <a:t/>
            </a:r>
            <a:endParaRPr b="1" sz="1800">
              <a:solidFill>
                <a:srgbClr val="34AC8B"/>
              </a:solidFill>
            </a:endParaRPr>
          </a:p>
          <a:p>
            <a:pPr indent="-228600" lvl="0" marL="2286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D85C00"/>
              </a:buClr>
              <a:buSzPct val="125000"/>
              <a:buChar char="•"/>
            </a:pPr>
            <a:r>
              <a:rPr b="1" lang="es-MX" sz="2800">
                <a:solidFill>
                  <a:srgbClr val="D85C00"/>
                </a:solidFill>
              </a:rPr>
              <a:t> for variable in condición:</a:t>
            </a:r>
            <a:endParaRPr/>
          </a:p>
          <a:p>
            <a:pPr indent="-228600" lvl="1" marL="68580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rgbClr val="D85C00"/>
              </a:buClr>
              <a:buSzPct val="125000"/>
              <a:buChar char="•"/>
            </a:pPr>
            <a:r>
              <a:rPr b="1" lang="es-MX" sz="1800">
                <a:solidFill>
                  <a:srgbClr val="D85C00"/>
                </a:solidFill>
              </a:rPr>
              <a:t>Acción</a:t>
            </a:r>
            <a:endParaRPr/>
          </a:p>
          <a:p>
            <a:pPr indent="-228600" lvl="1" marL="68580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rgbClr val="D85C00"/>
              </a:buClr>
              <a:buSzPct val="125000"/>
              <a:buChar char="•"/>
            </a:pPr>
            <a:r>
              <a:rPr b="1" lang="es-MX" sz="1800">
                <a:solidFill>
                  <a:srgbClr val="D85C00"/>
                </a:solidFill>
              </a:rPr>
              <a:t>Clausula</a:t>
            </a:r>
            <a:endParaRPr/>
          </a:p>
          <a:p>
            <a:pPr indent="-96441" lvl="1" marL="68580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ct val="125000"/>
              <a:buNone/>
            </a:pPr>
            <a:r>
              <a:t/>
            </a:r>
            <a:endParaRPr sz="1800"/>
          </a:p>
        </p:txBody>
      </p:sp>
      <p:sp>
        <p:nvSpPr>
          <p:cNvPr id="479" name="Google Shape;479;p14"/>
          <p:cNvSpPr txBox="1"/>
          <p:nvPr/>
        </p:nvSpPr>
        <p:spPr>
          <a:xfrm>
            <a:off x="3632175" y="418733"/>
            <a:ext cx="2109526" cy="2317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3000"/>
              <a:buFont typeface="Arial"/>
              <a:buNone/>
            </a:pPr>
            <a:r>
              <a:rPr lang="es-MX" sz="2400">
                <a:solidFill>
                  <a:srgbClr val="FFFF0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Clausula</a:t>
            </a:r>
            <a:endParaRPr/>
          </a:p>
          <a:p>
            <a:pPr indent="-228600" lvl="0" marL="228600" marR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FFFF00"/>
              </a:buClr>
              <a:buSzPts val="3000"/>
              <a:buFont typeface="Arial"/>
              <a:buChar char="•"/>
            </a:pPr>
            <a:r>
              <a:rPr lang="es-MX" sz="2400">
                <a:solidFill>
                  <a:srgbClr val="FFFF0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Break</a:t>
            </a:r>
            <a:endParaRPr/>
          </a:p>
          <a:p>
            <a:pPr indent="-228600" lvl="0" marL="228600" marR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FFFF00"/>
              </a:buClr>
              <a:buSzPts val="3000"/>
              <a:buFont typeface="Arial"/>
              <a:buChar char="•"/>
            </a:pPr>
            <a:r>
              <a:rPr lang="es-MX" sz="2400">
                <a:solidFill>
                  <a:srgbClr val="FFFF0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Pass </a:t>
            </a:r>
            <a:endParaRPr/>
          </a:p>
          <a:p>
            <a:pPr indent="-228600" lvl="0" marL="228600" marR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FFFF00"/>
              </a:buClr>
              <a:buSzPts val="3000"/>
              <a:buFont typeface="Arial"/>
              <a:buChar char="•"/>
            </a:pPr>
            <a:r>
              <a:rPr lang="es-MX" sz="2400">
                <a:solidFill>
                  <a:srgbClr val="FFFF0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Continue</a:t>
            </a:r>
            <a:endParaRPr/>
          </a:p>
        </p:txBody>
      </p:sp>
      <p:sp>
        <p:nvSpPr>
          <p:cNvPr id="480" name="Google Shape;480;p14"/>
          <p:cNvSpPr txBox="1"/>
          <p:nvPr/>
        </p:nvSpPr>
        <p:spPr>
          <a:xfrm>
            <a:off x="5505760" y="5333547"/>
            <a:ext cx="4701988" cy="11434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78B79"/>
              </a:buClr>
              <a:buSzPts val="3000"/>
              <a:buFont typeface="Arial"/>
              <a:buNone/>
            </a:pPr>
            <a:r>
              <a:rPr lang="es-MX" sz="2400">
                <a:solidFill>
                  <a:srgbClr val="F78B79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for index, valor in enumerate(vector)</a:t>
            </a:r>
            <a:endParaRPr/>
          </a:p>
          <a:p>
            <a:pPr indent="0" lvl="0" marL="0" marR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F78B79"/>
              </a:buClr>
              <a:buSzPts val="3000"/>
              <a:buFont typeface="Arial"/>
              <a:buNone/>
            </a:pPr>
            <a:r>
              <a:rPr lang="es-MX" sz="2400">
                <a:solidFill>
                  <a:srgbClr val="F78B79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for n in range</a:t>
            </a:r>
            <a:r>
              <a:rPr lang="es-MX" sz="2400">
                <a:solidFill>
                  <a:srgbClr val="FF9999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(0, 10, 2</a:t>
            </a:r>
            <a:r>
              <a:rPr lang="es-MX" sz="2400">
                <a:solidFill>
                  <a:srgbClr val="F78B79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)</a:t>
            </a:r>
            <a:endParaRPr/>
          </a:p>
          <a:p>
            <a:pPr indent="0" lvl="0" marL="0" marR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</a:pPr>
            <a:r>
              <a:t/>
            </a:r>
            <a:endParaRPr sz="2400">
              <a:solidFill>
                <a:srgbClr val="F78B79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481" name="Google Shape;481;p14"/>
          <p:cNvSpPr txBox="1"/>
          <p:nvPr/>
        </p:nvSpPr>
        <p:spPr>
          <a:xfrm>
            <a:off x="5334989" y="3816802"/>
            <a:ext cx="6286500" cy="63798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25000"/>
              <a:buFont typeface="Arial"/>
              <a:buNone/>
            </a:pPr>
            <a:r>
              <a:rPr lang="es-MX" sz="24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acciones_verdadero </a:t>
            </a:r>
            <a:r>
              <a:rPr lang="es-MX" sz="2400">
                <a:solidFill>
                  <a:srgbClr val="FF000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if</a:t>
            </a:r>
            <a:r>
              <a:rPr lang="es-MX" sz="24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 condicion </a:t>
            </a:r>
            <a:r>
              <a:rPr lang="es-MX" sz="2400">
                <a:solidFill>
                  <a:srgbClr val="FF000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else</a:t>
            </a:r>
            <a:r>
              <a:rPr lang="es-MX" sz="24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 acciones_falso</a:t>
            </a:r>
            <a:endParaRPr/>
          </a:p>
          <a:p>
            <a:pPr indent="0" lvl="0" marL="0" marR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ct val="125000"/>
              <a:buFont typeface="Arial"/>
              <a:buNone/>
            </a:pPr>
            <a:r>
              <a:t/>
            </a:r>
            <a:endParaRPr sz="24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482" name="Google Shape;482;p14"/>
          <p:cNvSpPr/>
          <p:nvPr/>
        </p:nvSpPr>
        <p:spPr>
          <a:xfrm>
            <a:off x="3276367" y="963473"/>
            <a:ext cx="241468" cy="1372731"/>
          </a:xfrm>
          <a:prstGeom prst="leftBrace">
            <a:avLst>
              <a:gd fmla="val 8333" name="adj1"/>
              <a:gd fmla="val 50000" name="adj2"/>
            </a:avLst>
          </a:prstGeom>
          <a:noFill/>
          <a:ln cap="flat" cmpd="sng" w="19050">
            <a:solidFill>
              <a:srgbClr val="FF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483" name="Google Shape;483;p14"/>
          <p:cNvSpPr/>
          <p:nvPr/>
        </p:nvSpPr>
        <p:spPr>
          <a:xfrm>
            <a:off x="5189124" y="5468845"/>
            <a:ext cx="291731" cy="872857"/>
          </a:xfrm>
          <a:prstGeom prst="leftBrace">
            <a:avLst>
              <a:gd fmla="val 8333" name="adj1"/>
              <a:gd fmla="val 50000" name="adj2"/>
            </a:avLst>
          </a:prstGeom>
          <a:noFill/>
          <a:ln cap="flat" cmpd="sng" w="19050">
            <a:solidFill>
              <a:srgbClr val="FF99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9999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484" name="Google Shape;484;p14"/>
          <p:cNvSpPr txBox="1"/>
          <p:nvPr/>
        </p:nvSpPr>
        <p:spPr>
          <a:xfrm>
            <a:off x="5505760" y="604964"/>
            <a:ext cx="4008311" cy="24622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2200">
                <a:solidFill>
                  <a:srgbClr val="CC99FF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match variable: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2200">
                <a:solidFill>
                  <a:srgbClr val="CC99FF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	</a:t>
            </a:r>
            <a:r>
              <a:rPr b="1" lang="es-MX" sz="2200">
                <a:solidFill>
                  <a:srgbClr val="CC99FF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case valor1: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s-MX" sz="2200">
                <a:solidFill>
                  <a:srgbClr val="CC99FF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		</a:t>
            </a:r>
            <a:r>
              <a:rPr i="1" lang="es-MX" sz="22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# código</a:t>
            </a:r>
            <a:r>
              <a:rPr lang="es-MX" sz="22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2200">
                <a:solidFill>
                  <a:srgbClr val="CC99FF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	case valor2: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s-MX" sz="2200">
                <a:solidFill>
                  <a:srgbClr val="CC99FF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		</a:t>
            </a:r>
            <a:r>
              <a:rPr i="1" lang="es-MX" sz="22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# código</a:t>
            </a:r>
            <a:r>
              <a:rPr lang="es-MX" sz="22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2200">
                <a:solidFill>
                  <a:srgbClr val="CC99FF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	case _: </a:t>
            </a:r>
            <a:r>
              <a:rPr b="1" i="1" lang="es-MX" sz="2200">
                <a:solidFill>
                  <a:srgbClr val="CC99FF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# default (opcional)</a:t>
            </a:r>
            <a:r>
              <a:rPr b="1" lang="es-MX" sz="2200">
                <a:solidFill>
                  <a:srgbClr val="CC99FF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s-MX" sz="2200">
                <a:solidFill>
                  <a:srgbClr val="CC99FF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		</a:t>
            </a:r>
            <a:r>
              <a:rPr i="1" lang="es-MX" sz="22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# código</a:t>
            </a:r>
            <a:endParaRPr sz="22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485" name="Google Shape;485;p14"/>
          <p:cNvSpPr txBox="1"/>
          <p:nvPr/>
        </p:nvSpPr>
        <p:spPr>
          <a:xfrm>
            <a:off x="8929871" y="490664"/>
            <a:ext cx="3764735" cy="20313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1800">
                <a:solidFill>
                  <a:srgbClr val="CC99FF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match variable: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800">
                <a:solidFill>
                  <a:srgbClr val="CC99FF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	</a:t>
            </a:r>
            <a:r>
              <a:rPr b="1" lang="es-MX" sz="1800">
                <a:solidFill>
                  <a:srgbClr val="CC99FF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case x if ...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s-MX" sz="1800">
                <a:solidFill>
                  <a:srgbClr val="CC99FF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		</a:t>
            </a:r>
            <a:r>
              <a:rPr i="1" lang="es-MX" sz="18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# (x=Variable)</a:t>
            </a:r>
            <a:endParaRPr sz="18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1800">
                <a:solidFill>
                  <a:srgbClr val="CC99FF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	case _ if variable: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s-MX" sz="1800">
                <a:solidFill>
                  <a:srgbClr val="CC99FF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		</a:t>
            </a:r>
            <a:r>
              <a:rPr i="1" lang="es-MX" sz="18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# código</a:t>
            </a:r>
            <a:r>
              <a:rPr lang="es-MX" sz="18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1800">
                <a:solidFill>
                  <a:srgbClr val="CC99FF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	case _: </a:t>
            </a:r>
            <a:r>
              <a:rPr b="1" i="1" lang="es-MX" sz="1800">
                <a:solidFill>
                  <a:srgbClr val="CC99FF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# default (opcional)</a:t>
            </a:r>
            <a:r>
              <a:rPr b="1" lang="es-MX" sz="1800">
                <a:solidFill>
                  <a:srgbClr val="CC99FF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s-MX" sz="1800">
                <a:solidFill>
                  <a:srgbClr val="CC99FF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		</a:t>
            </a:r>
            <a:r>
              <a:rPr i="1" lang="es-MX" sz="18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# código</a:t>
            </a:r>
            <a:endParaRPr sz="18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486" name="Google Shape;486;p14"/>
          <p:cNvSpPr txBox="1"/>
          <p:nvPr/>
        </p:nvSpPr>
        <p:spPr>
          <a:xfrm rot="-5400000">
            <a:off x="-2587672" y="2836345"/>
            <a:ext cx="5854700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2400">
                <a:solidFill>
                  <a:srgbClr val="FFCC0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Estructuras Condicionales &amp; Iterativas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0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Google Shape;491;p15"/>
          <p:cNvSpPr txBox="1"/>
          <p:nvPr>
            <p:ph idx="1" type="body"/>
          </p:nvPr>
        </p:nvSpPr>
        <p:spPr>
          <a:xfrm>
            <a:off x="1768147" y="608945"/>
            <a:ext cx="8384242" cy="70886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85000" lnSpcReduction="20000"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25000"/>
              <a:buNone/>
            </a:pPr>
            <a:r>
              <a:rPr b="1" lang="es-MX">
                <a:latin typeface="Quattrocento"/>
                <a:ea typeface="Quattrocento"/>
                <a:cs typeface="Quattrocento"/>
                <a:sym typeface="Quattrocento"/>
              </a:rPr>
              <a:t>C</a:t>
            </a:r>
            <a:r>
              <a:rPr b="1" i="0" lang="es-MX">
                <a:latin typeface="Quattrocento"/>
                <a:ea typeface="Quattrocento"/>
                <a:cs typeface="Quattrocento"/>
                <a:sym typeface="Quattrocento"/>
              </a:rPr>
              <a:t>onjunto ordenado de valores, ambas </a:t>
            </a:r>
            <a:r>
              <a:rPr b="0" i="0" lang="es-MX">
                <a:latin typeface="Quattrocento"/>
                <a:ea typeface="Quattrocento"/>
                <a:cs typeface="Quattrocento"/>
                <a:sym typeface="Quattrocento"/>
              </a:rPr>
              <a:t>pueden contener elementos de distintos tipos (incluso otras listas o tuplas)</a:t>
            </a:r>
            <a:endParaRPr b="1"/>
          </a:p>
        </p:txBody>
      </p:sp>
      <p:sp>
        <p:nvSpPr>
          <p:cNvPr id="492" name="Google Shape;492;p15"/>
          <p:cNvSpPr txBox="1"/>
          <p:nvPr/>
        </p:nvSpPr>
        <p:spPr>
          <a:xfrm>
            <a:off x="2060848" y="1641499"/>
            <a:ext cx="2780647" cy="168088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Arial"/>
              <a:buNone/>
            </a:pPr>
            <a:r>
              <a:rPr b="1" lang="es-MX" sz="2000">
                <a:solidFill>
                  <a:schemeClr val="lt1"/>
                </a:solidFill>
                <a:latin typeface="Quattrocento"/>
                <a:ea typeface="Quattrocento"/>
                <a:cs typeface="Quattrocento"/>
                <a:sym typeface="Quattrocento"/>
              </a:rPr>
              <a:t>Tuplas</a:t>
            </a:r>
            <a:endParaRPr/>
          </a:p>
          <a:p>
            <a:pPr indent="0" lvl="0" marL="0" marR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Arial"/>
              <a:buNone/>
            </a:pPr>
            <a:r>
              <a:rPr lang="es-MX" sz="2000">
                <a:solidFill>
                  <a:schemeClr val="lt1"/>
                </a:solidFill>
                <a:latin typeface="Quattrocento"/>
                <a:ea typeface="Quattrocento"/>
                <a:cs typeface="Quattrocento"/>
                <a:sym typeface="Quattrocento"/>
              </a:rPr>
              <a:t>( )    tuple()</a:t>
            </a:r>
            <a:endParaRPr/>
          </a:p>
          <a:p>
            <a:pPr indent="0" lvl="0" marL="0" marR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Arial"/>
              <a:buNone/>
            </a:pPr>
            <a:r>
              <a:rPr lang="es-MX" sz="2000">
                <a:solidFill>
                  <a:schemeClr val="lt1"/>
                </a:solidFill>
                <a:latin typeface="Quattrocento"/>
                <a:ea typeface="Quattrocento"/>
                <a:cs typeface="Quattrocento"/>
                <a:sym typeface="Quattrocento"/>
              </a:rPr>
              <a:t>Estáticas</a:t>
            </a:r>
            <a:endParaRPr/>
          </a:p>
          <a:p>
            <a:pPr indent="0" lvl="0" marL="0" marR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Arial"/>
              <a:buNone/>
            </a:pPr>
            <a:r>
              <a:t/>
            </a:r>
            <a:endParaRPr sz="2000">
              <a:solidFill>
                <a:schemeClr val="lt1"/>
              </a:solidFill>
              <a:latin typeface="Quattrocento"/>
              <a:ea typeface="Quattrocento"/>
              <a:cs typeface="Quattrocento"/>
              <a:sym typeface="Quattrocento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Arial"/>
              <a:buNone/>
            </a:pPr>
            <a:r>
              <a:t/>
            </a:r>
            <a:endParaRPr sz="20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493" name="Google Shape;493;p15"/>
          <p:cNvSpPr txBox="1"/>
          <p:nvPr/>
        </p:nvSpPr>
        <p:spPr>
          <a:xfrm>
            <a:off x="5411536" y="1545454"/>
            <a:ext cx="4141694" cy="239357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10000"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25000"/>
              <a:buFont typeface="Arial"/>
              <a:buNone/>
            </a:pPr>
            <a:r>
              <a:rPr b="1" lang="es-MX" sz="1800">
                <a:solidFill>
                  <a:schemeClr val="lt1"/>
                </a:solidFill>
                <a:latin typeface="Quattrocento"/>
                <a:ea typeface="Quattrocento"/>
                <a:cs typeface="Quattrocento"/>
                <a:sym typeface="Quattrocento"/>
              </a:rPr>
              <a:t>Listas</a:t>
            </a:r>
            <a:endParaRPr/>
          </a:p>
          <a:p>
            <a:pPr indent="0" lvl="0" marL="0" marR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ct val="125000"/>
              <a:buFont typeface="Arial"/>
              <a:buNone/>
            </a:pPr>
            <a:r>
              <a:rPr lang="es-MX" sz="1800">
                <a:solidFill>
                  <a:schemeClr val="lt1"/>
                </a:solidFill>
                <a:latin typeface="Quattrocento"/>
                <a:ea typeface="Quattrocento"/>
                <a:cs typeface="Quattrocento"/>
                <a:sym typeface="Quattrocento"/>
              </a:rPr>
              <a:t>[ ]       list()</a:t>
            </a:r>
            <a:endParaRPr/>
          </a:p>
          <a:p>
            <a:pPr indent="0" lvl="0" marL="0" marR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ct val="125000"/>
              <a:buFont typeface="Arial"/>
              <a:buNone/>
            </a:pPr>
            <a:r>
              <a:rPr lang="es-MX" sz="1800">
                <a:solidFill>
                  <a:schemeClr val="lt1"/>
                </a:solidFill>
                <a:latin typeface="Quattrocento"/>
                <a:ea typeface="Quattrocento"/>
                <a:cs typeface="Quattrocento"/>
                <a:sym typeface="Quattrocento"/>
              </a:rPr>
              <a:t>Dinámicas</a:t>
            </a:r>
            <a:endParaRPr/>
          </a:p>
          <a:p>
            <a:pPr indent="0" lvl="0" marL="0" marR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ct val="125000"/>
              <a:buFont typeface="Arial"/>
              <a:buNone/>
            </a:pPr>
            <a:r>
              <a:rPr lang="es-MX" sz="1800">
                <a:solidFill>
                  <a:schemeClr val="lt1"/>
                </a:solidFill>
                <a:latin typeface="Quattrocento"/>
                <a:ea typeface="Quattrocento"/>
                <a:cs typeface="Quattrocento"/>
                <a:sym typeface="Quattrocento"/>
              </a:rPr>
              <a:t>.insert     .append       .remove      del</a:t>
            </a:r>
            <a:endParaRPr/>
          </a:p>
          <a:p>
            <a:pPr indent="0" lvl="0" marL="0" marR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ct val="125000"/>
              <a:buFont typeface="Arial"/>
              <a:buNone/>
            </a:pPr>
            <a:r>
              <a:rPr b="0" i="0" lang="es-MX" sz="1800">
                <a:solidFill>
                  <a:schemeClr val="lt1"/>
                </a:solidFill>
                <a:latin typeface="Quattrocento"/>
                <a:ea typeface="Quattrocento"/>
                <a:cs typeface="Quattrocento"/>
                <a:sym typeface="Quattrocento"/>
              </a:rPr>
              <a:t>presentan una serie de funciones adicionales</a:t>
            </a:r>
            <a:endParaRPr/>
          </a:p>
          <a:p>
            <a:pPr indent="0" lvl="0" marL="0" marR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ct val="125000"/>
              <a:buFont typeface="Arial"/>
              <a:buNone/>
            </a:pPr>
            <a:r>
              <a:t/>
            </a:r>
            <a:endParaRPr b="0" i="0" sz="1800">
              <a:solidFill>
                <a:schemeClr val="lt1"/>
              </a:solidFill>
              <a:latin typeface="Quattrocento"/>
              <a:ea typeface="Quattrocento"/>
              <a:cs typeface="Quattrocento"/>
              <a:sym typeface="Quattrocento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ct val="125000"/>
              <a:buFont typeface="Arial"/>
              <a:buNone/>
            </a:pPr>
            <a:r>
              <a:t/>
            </a:r>
            <a:endParaRPr sz="18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494" name="Google Shape;494;p15"/>
          <p:cNvSpPr txBox="1"/>
          <p:nvPr/>
        </p:nvSpPr>
        <p:spPr>
          <a:xfrm>
            <a:off x="720383" y="3429000"/>
            <a:ext cx="3718254" cy="210736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85000" lnSpcReduction="10000"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25000"/>
              <a:buFont typeface="Arial"/>
              <a:buNone/>
            </a:pPr>
            <a:r>
              <a:rPr b="1" lang="es-MX" sz="2000">
                <a:solidFill>
                  <a:schemeClr val="lt1"/>
                </a:solidFill>
                <a:latin typeface="Quattrocento"/>
                <a:ea typeface="Quattrocento"/>
                <a:cs typeface="Quattrocento"/>
                <a:sym typeface="Quattrocento"/>
              </a:rPr>
              <a:t>Conjunto</a:t>
            </a:r>
            <a:endParaRPr/>
          </a:p>
          <a:p>
            <a:pPr indent="0" lvl="0" marL="0" marR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ct val="125000"/>
              <a:buFont typeface="Arial"/>
              <a:buNone/>
            </a:pPr>
            <a:r>
              <a:rPr lang="es-MX" sz="2000">
                <a:solidFill>
                  <a:schemeClr val="lt1"/>
                </a:solidFill>
                <a:latin typeface="Quattrocento"/>
                <a:ea typeface="Quattrocento"/>
                <a:cs typeface="Quattrocento"/>
                <a:sym typeface="Quattrocento"/>
              </a:rPr>
              <a:t>{}      set()</a:t>
            </a:r>
            <a:endParaRPr/>
          </a:p>
          <a:p>
            <a:pPr indent="0" lvl="0" marL="0" marR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ct val="125000"/>
              <a:buFont typeface="Arial"/>
              <a:buNone/>
            </a:pPr>
            <a:r>
              <a:rPr lang="es-MX" sz="2000">
                <a:solidFill>
                  <a:schemeClr val="lt1"/>
                </a:solidFill>
                <a:latin typeface="Quattrocento"/>
                <a:ea typeface="Quattrocento"/>
                <a:cs typeface="Quattrocento"/>
                <a:sym typeface="Quattrocento"/>
              </a:rPr>
              <a:t>.add    .remove</a:t>
            </a:r>
            <a:endParaRPr sz="2000">
              <a:solidFill>
                <a:schemeClr val="lt1"/>
              </a:solidFill>
              <a:latin typeface="Quattrocento"/>
              <a:ea typeface="Quattrocento"/>
              <a:cs typeface="Quattrocento"/>
              <a:sym typeface="Quattrocento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ct val="125000"/>
              <a:buFont typeface="Arial"/>
              <a:buNone/>
            </a:pPr>
            <a:r>
              <a:rPr lang="es-MX" sz="2000">
                <a:solidFill>
                  <a:schemeClr val="lt1"/>
                </a:solidFill>
                <a:latin typeface="Quattrocento"/>
                <a:ea typeface="Quattrocento"/>
                <a:cs typeface="Quattrocento"/>
                <a:sym typeface="Quattrocento"/>
              </a:rPr>
              <a:t>Colecciones desordenadas</a:t>
            </a:r>
            <a:endParaRPr/>
          </a:p>
          <a:p>
            <a:pPr indent="0" lvl="0" marL="0" marR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ct val="125000"/>
              <a:buFont typeface="Arial"/>
              <a:buNone/>
            </a:pPr>
            <a:r>
              <a:rPr lang="es-MX" sz="2000">
                <a:solidFill>
                  <a:schemeClr val="lt1"/>
                </a:solidFill>
                <a:latin typeface="Quattrocento"/>
                <a:ea typeface="Quattrocento"/>
                <a:cs typeface="Quattrocento"/>
                <a:sym typeface="Quattrocento"/>
              </a:rPr>
              <a:t>No se pueden duplicar elementos</a:t>
            </a:r>
            <a:endParaRPr/>
          </a:p>
          <a:p>
            <a:pPr indent="0" lvl="0" marL="0" marR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ct val="125000"/>
              <a:buFont typeface="Arial"/>
              <a:buNone/>
            </a:pPr>
            <a:r>
              <a:t/>
            </a:r>
            <a:endParaRPr sz="2000">
              <a:solidFill>
                <a:schemeClr val="lt1"/>
              </a:solidFill>
              <a:latin typeface="Quattrocento"/>
              <a:ea typeface="Quattrocento"/>
              <a:cs typeface="Quattrocento"/>
              <a:sym typeface="Quattrocento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ct val="125000"/>
              <a:buFont typeface="Arial"/>
              <a:buNone/>
            </a:pPr>
            <a:r>
              <a:t/>
            </a:r>
            <a:endParaRPr sz="20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495" name="Google Shape;495;p15"/>
          <p:cNvSpPr txBox="1"/>
          <p:nvPr/>
        </p:nvSpPr>
        <p:spPr>
          <a:xfrm>
            <a:off x="4648231" y="4348210"/>
            <a:ext cx="2347702" cy="190084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85000" lnSpcReduction="10000"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25000"/>
              <a:buFont typeface="Arial"/>
              <a:buNone/>
            </a:pPr>
            <a:r>
              <a:rPr b="1" lang="es-MX" sz="2000">
                <a:solidFill>
                  <a:schemeClr val="lt1"/>
                </a:solidFill>
                <a:latin typeface="Quattrocento"/>
                <a:ea typeface="Quattrocento"/>
                <a:cs typeface="Quattrocento"/>
                <a:sym typeface="Quattrocento"/>
              </a:rPr>
              <a:t>Diccionarios</a:t>
            </a:r>
            <a:endParaRPr/>
          </a:p>
          <a:p>
            <a:pPr indent="0" lvl="0" marL="0" marR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ct val="125000"/>
              <a:buFont typeface="Arial"/>
              <a:buNone/>
            </a:pPr>
            <a:r>
              <a:rPr lang="es-MX" sz="2000">
                <a:solidFill>
                  <a:schemeClr val="lt1"/>
                </a:solidFill>
                <a:latin typeface="Quattrocento"/>
                <a:ea typeface="Quattrocento"/>
                <a:cs typeface="Quattrocento"/>
                <a:sym typeface="Quattrocento"/>
              </a:rPr>
              <a:t>{}</a:t>
            </a:r>
            <a:endParaRPr/>
          </a:p>
          <a:p>
            <a:pPr indent="0" lvl="0" marL="0" marR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ct val="125000"/>
              <a:buFont typeface="Arial"/>
              <a:buNone/>
            </a:pPr>
            <a:r>
              <a:rPr lang="es-MX" sz="2000">
                <a:solidFill>
                  <a:schemeClr val="lt1"/>
                </a:solidFill>
                <a:latin typeface="Quattrocento"/>
                <a:ea typeface="Quattrocento"/>
                <a:cs typeface="Quattrocento"/>
                <a:sym typeface="Quattrocento"/>
              </a:rPr>
              <a:t>Colecciones desordenadas</a:t>
            </a:r>
            <a:endParaRPr/>
          </a:p>
          <a:p>
            <a:pPr indent="0" lvl="0" marL="0" marR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ct val="125000"/>
              <a:buFont typeface="Arial"/>
              <a:buNone/>
            </a:pPr>
            <a:r>
              <a:rPr lang="es-MX" sz="2000">
                <a:solidFill>
                  <a:schemeClr val="lt1"/>
                </a:solidFill>
                <a:latin typeface="Quattrocento"/>
                <a:ea typeface="Quattrocento"/>
                <a:cs typeface="Quattrocento"/>
                <a:sym typeface="Quattrocento"/>
              </a:rPr>
              <a:t>.ítems</a:t>
            </a:r>
            <a:endParaRPr/>
          </a:p>
          <a:p>
            <a:pPr indent="0" lvl="0" marL="0" marR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ct val="125000"/>
              <a:buFont typeface="Arial"/>
              <a:buNone/>
            </a:pPr>
            <a:r>
              <a:t/>
            </a:r>
            <a:endParaRPr sz="2000">
              <a:solidFill>
                <a:schemeClr val="lt1"/>
              </a:solidFill>
              <a:latin typeface="Quattrocento"/>
              <a:ea typeface="Quattrocento"/>
              <a:cs typeface="Quattrocento"/>
              <a:sym typeface="Quattrocento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ct val="125000"/>
              <a:buFont typeface="Arial"/>
              <a:buNone/>
            </a:pPr>
            <a:r>
              <a:t/>
            </a:r>
            <a:endParaRPr sz="2000">
              <a:solidFill>
                <a:schemeClr val="lt1"/>
              </a:solidFill>
              <a:latin typeface="Quattrocento"/>
              <a:ea typeface="Quattrocento"/>
              <a:cs typeface="Quattrocento"/>
              <a:sym typeface="Quattrocento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ct val="125000"/>
              <a:buFont typeface="Arial"/>
              <a:buNone/>
            </a:pPr>
            <a:r>
              <a:t/>
            </a:r>
            <a:endParaRPr sz="20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496" name="Google Shape;496;p15"/>
          <p:cNvSpPr txBox="1"/>
          <p:nvPr/>
        </p:nvSpPr>
        <p:spPr>
          <a:xfrm>
            <a:off x="9553230" y="2756646"/>
            <a:ext cx="2347702" cy="282005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77500" lnSpcReduction="20000"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25000"/>
              <a:buFont typeface="Arial"/>
              <a:buNone/>
            </a:pPr>
            <a:r>
              <a:rPr lang="es-MX" sz="2000">
                <a:solidFill>
                  <a:schemeClr val="lt1"/>
                </a:solidFill>
                <a:latin typeface="Quattrocento"/>
                <a:ea typeface="Quattrocento"/>
                <a:cs typeface="Quattrocento"/>
                <a:sym typeface="Quattrocento"/>
              </a:rPr>
              <a:t>Pilas</a:t>
            </a:r>
            <a:endParaRPr/>
          </a:p>
          <a:p>
            <a:pPr indent="0" lvl="0" marL="0" marR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ct val="125000"/>
              <a:buFont typeface="Arial"/>
              <a:buNone/>
            </a:pPr>
            <a:r>
              <a:rPr lang="es-MX" sz="2000">
                <a:solidFill>
                  <a:schemeClr val="lt1"/>
                </a:solidFill>
                <a:latin typeface="Quattrocento"/>
                <a:ea typeface="Quattrocento"/>
                <a:cs typeface="Quattrocento"/>
                <a:sym typeface="Quattrocento"/>
              </a:rPr>
              <a:t>LIFO - last in first out</a:t>
            </a:r>
            <a:endParaRPr sz="2000">
              <a:solidFill>
                <a:schemeClr val="lt1"/>
              </a:solidFill>
              <a:latin typeface="Quattrocento"/>
              <a:ea typeface="Quattrocento"/>
              <a:cs typeface="Quattrocento"/>
              <a:sym typeface="Quattrocento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ct val="125000"/>
              <a:buFont typeface="Arial"/>
              <a:buNone/>
            </a:pPr>
            <a:r>
              <a:rPr lang="es-MX" sz="2000">
                <a:solidFill>
                  <a:schemeClr val="lt1"/>
                </a:solidFill>
                <a:latin typeface="Quattrocento"/>
                <a:ea typeface="Quattrocento"/>
                <a:cs typeface="Quattrocento"/>
                <a:sym typeface="Quattrocento"/>
              </a:rPr>
              <a:t>[]</a:t>
            </a:r>
            <a:endParaRPr/>
          </a:p>
          <a:p>
            <a:pPr indent="0" lvl="0" marL="0" marR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ct val="125000"/>
              <a:buFont typeface="Arial"/>
              <a:buNone/>
            </a:pPr>
            <a:r>
              <a:rPr lang="es-MX" sz="2000">
                <a:solidFill>
                  <a:schemeClr val="lt1"/>
                </a:solidFill>
                <a:latin typeface="Quattrocento"/>
                <a:ea typeface="Quattrocento"/>
                <a:cs typeface="Quattrocento"/>
                <a:sym typeface="Quattrocento"/>
              </a:rPr>
              <a:t>.append  .pop</a:t>
            </a:r>
            <a:endParaRPr/>
          </a:p>
          <a:p>
            <a:pPr indent="0" lvl="0" marL="0" marR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ct val="125000"/>
              <a:buFont typeface="Arial"/>
              <a:buNone/>
            </a:pPr>
            <a:r>
              <a:rPr lang="es-MX" sz="2000">
                <a:solidFill>
                  <a:schemeClr val="lt1"/>
                </a:solidFill>
                <a:latin typeface="Quattrocento"/>
                <a:ea typeface="Quattrocento"/>
                <a:cs typeface="Quattrocento"/>
                <a:sym typeface="Quattrocento"/>
              </a:rPr>
              <a:t>Colas</a:t>
            </a:r>
            <a:endParaRPr/>
          </a:p>
          <a:p>
            <a:pPr indent="0" lvl="0" marL="0" marR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ct val="125000"/>
              <a:buFont typeface="Arial"/>
              <a:buNone/>
            </a:pPr>
            <a:r>
              <a:rPr lang="es-MX" sz="2000">
                <a:solidFill>
                  <a:schemeClr val="lt1"/>
                </a:solidFill>
                <a:latin typeface="Quattrocento"/>
                <a:ea typeface="Quattrocento"/>
                <a:cs typeface="Quattrocento"/>
                <a:sym typeface="Quattrocento"/>
              </a:rPr>
              <a:t>FIFO – First in first out</a:t>
            </a:r>
            <a:endParaRPr sz="2000">
              <a:solidFill>
                <a:schemeClr val="lt1"/>
              </a:solidFill>
              <a:latin typeface="Quattrocento"/>
              <a:ea typeface="Quattrocento"/>
              <a:cs typeface="Quattrocento"/>
              <a:sym typeface="Quattrocento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ct val="125000"/>
              <a:buFont typeface="Arial"/>
              <a:buNone/>
            </a:pPr>
            <a:r>
              <a:rPr lang="es-MX" sz="2000">
                <a:solidFill>
                  <a:schemeClr val="lt1"/>
                </a:solidFill>
                <a:latin typeface="Quattrocento"/>
                <a:ea typeface="Quattrocento"/>
                <a:cs typeface="Quattrocento"/>
                <a:sym typeface="Quattrocento"/>
              </a:rPr>
              <a:t>from collections import deque</a:t>
            </a:r>
            <a:endParaRPr sz="2000">
              <a:solidFill>
                <a:schemeClr val="lt1"/>
              </a:solidFill>
              <a:latin typeface="Quattrocento"/>
              <a:ea typeface="Quattrocento"/>
              <a:cs typeface="Quattrocento"/>
              <a:sym typeface="Quattrocento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ct val="125000"/>
              <a:buFont typeface="Arial"/>
              <a:buNone/>
            </a:pPr>
            <a:r>
              <a:t/>
            </a:r>
            <a:endParaRPr sz="2000">
              <a:solidFill>
                <a:schemeClr val="lt1"/>
              </a:solidFill>
              <a:latin typeface="Quattrocento"/>
              <a:ea typeface="Quattrocento"/>
              <a:cs typeface="Quattrocento"/>
              <a:sym typeface="Quattrocento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ct val="125000"/>
              <a:buFont typeface="Arial"/>
              <a:buNone/>
            </a:pPr>
            <a:r>
              <a:t/>
            </a:r>
            <a:endParaRPr sz="20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497" name="Google Shape;497;p15"/>
          <p:cNvSpPr txBox="1"/>
          <p:nvPr/>
        </p:nvSpPr>
        <p:spPr>
          <a:xfrm>
            <a:off x="6602537" y="4362123"/>
            <a:ext cx="2347702" cy="190084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Arial"/>
              <a:buNone/>
            </a:pPr>
            <a:r>
              <a:t/>
            </a:r>
            <a:endParaRPr sz="2000">
              <a:solidFill>
                <a:schemeClr val="lt1"/>
              </a:solidFill>
              <a:latin typeface="Quattrocento"/>
              <a:ea typeface="Quattrocento"/>
              <a:cs typeface="Quattrocento"/>
              <a:sym typeface="Quattrocento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Arial"/>
              <a:buNone/>
            </a:pPr>
            <a:r>
              <a:t/>
            </a:r>
            <a:endParaRPr sz="20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498" name="Google Shape;498;p15"/>
          <p:cNvSpPr txBox="1"/>
          <p:nvPr/>
        </p:nvSpPr>
        <p:spPr>
          <a:xfrm>
            <a:off x="6232629" y="4974478"/>
            <a:ext cx="2347702" cy="190084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50"/>
              <a:buFont typeface="Arial"/>
              <a:buNone/>
            </a:pPr>
            <a:r>
              <a:rPr lang="es-MX" sz="1800">
                <a:solidFill>
                  <a:schemeClr val="lt1"/>
                </a:solidFill>
                <a:latin typeface="Quattrocento"/>
                <a:ea typeface="Quattrocento"/>
                <a:cs typeface="Quattrocento"/>
                <a:sym typeface="Quattrocento"/>
              </a:rPr>
              <a:t>dic={“nombre”=dada: “Edad”=22: “Escuela”=“IPN”</a:t>
            </a:r>
            <a:endParaRPr/>
          </a:p>
          <a:p>
            <a:pPr indent="0" lvl="0" marL="0" marR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250"/>
              <a:buFont typeface="Arial"/>
              <a:buNone/>
            </a:pPr>
            <a:r>
              <a:rPr lang="es-MX" sz="1800">
                <a:solidFill>
                  <a:schemeClr val="lt1"/>
                </a:solidFill>
                <a:latin typeface="Quattrocento"/>
                <a:ea typeface="Quattrocento"/>
                <a:cs typeface="Quattrocento"/>
                <a:sym typeface="Quattrocento"/>
              </a:rPr>
              <a:t>}</a:t>
            </a:r>
            <a:endParaRPr/>
          </a:p>
          <a:p>
            <a:pPr indent="0" lvl="0" marL="0" marR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Arial"/>
              <a:buNone/>
            </a:pPr>
            <a:r>
              <a:t/>
            </a:r>
            <a:endParaRPr sz="2000">
              <a:solidFill>
                <a:schemeClr val="lt1"/>
              </a:solidFill>
              <a:latin typeface="Quattrocento"/>
              <a:ea typeface="Quattrocento"/>
              <a:cs typeface="Quattrocento"/>
              <a:sym typeface="Quattrocento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Arial"/>
              <a:buNone/>
            </a:pPr>
            <a:r>
              <a:t/>
            </a:r>
            <a:endParaRPr sz="2000">
              <a:solidFill>
                <a:schemeClr val="lt1"/>
              </a:solidFill>
              <a:latin typeface="Quattrocento"/>
              <a:ea typeface="Quattrocento"/>
              <a:cs typeface="Quattrocento"/>
              <a:sym typeface="Quattrocento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Arial"/>
              <a:buNone/>
            </a:pPr>
            <a:r>
              <a:t/>
            </a:r>
            <a:endParaRPr sz="20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2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3" name="Google Shape;503;p16"/>
          <p:cNvSpPr txBox="1"/>
          <p:nvPr>
            <p:ph idx="1" type="body"/>
          </p:nvPr>
        </p:nvSpPr>
        <p:spPr>
          <a:xfrm>
            <a:off x="764890" y="243348"/>
            <a:ext cx="10920603" cy="637130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/>
          </a:bodyPr>
          <a:lstStyle/>
          <a:p>
            <a:pPr indent="-228600" lvl="0" marL="2286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EB179"/>
              </a:buClr>
              <a:buSzPct val="125000"/>
              <a:buFont typeface="Arial"/>
              <a:buChar char="•"/>
            </a:pPr>
            <a:r>
              <a:rPr b="0" i="0" lang="es-MX" sz="1600">
                <a:solidFill>
                  <a:srgbClr val="FEB179"/>
                </a:solidFill>
                <a:latin typeface="Arial"/>
                <a:ea typeface="Arial"/>
                <a:cs typeface="Arial"/>
                <a:sym typeface="Arial"/>
              </a:rPr>
              <a:t>Tupla</a:t>
            </a:r>
            <a:r>
              <a:rPr b="0" i="0" lang="es-MX" sz="1600">
                <a:latin typeface="Arial"/>
                <a:ea typeface="Arial"/>
                <a:cs typeface="Arial"/>
                <a:sym typeface="Arial"/>
              </a:rPr>
              <a:t>: Una tupla es una secuencia inmutable de elementos. Los elementos de una tupla se separan por comas y se encierran entre paréntesis. Las tuplas se utilizan para almacenar elementos que no cambian y que se acceden mediante su posición en la secuencia.</a:t>
            </a:r>
            <a:endParaRPr/>
          </a:p>
          <a:p>
            <a:pPr indent="0" lvl="0" marL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ct val="125000"/>
              <a:buNone/>
            </a:pPr>
            <a:r>
              <a:rPr b="0" i="0" lang="es-MX" sz="1600">
                <a:latin typeface="Arial"/>
                <a:ea typeface="Arial"/>
                <a:cs typeface="Arial"/>
                <a:sym typeface="Arial"/>
              </a:rPr>
              <a:t>	mi_tupla = (1, 2, 3)</a:t>
            </a:r>
            <a:endParaRPr/>
          </a:p>
          <a:p>
            <a:pPr indent="-228600" lvl="0" marL="2286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FEB179"/>
              </a:buClr>
              <a:buSzPct val="125000"/>
              <a:buFont typeface="Arial"/>
              <a:buChar char="•"/>
            </a:pPr>
            <a:r>
              <a:rPr b="0" i="0" lang="es-MX" sz="1600">
                <a:solidFill>
                  <a:srgbClr val="FEB179"/>
                </a:solidFill>
                <a:latin typeface="Arial"/>
                <a:ea typeface="Arial"/>
                <a:cs typeface="Arial"/>
                <a:sym typeface="Arial"/>
              </a:rPr>
              <a:t>Conjunto</a:t>
            </a:r>
            <a:r>
              <a:rPr b="0" i="0" lang="es-MX" sz="1600">
                <a:latin typeface="Arial"/>
                <a:ea typeface="Arial"/>
                <a:cs typeface="Arial"/>
                <a:sym typeface="Arial"/>
              </a:rPr>
              <a:t>: Un conjunto es una colección desordenada de elementos únicos. Los elementos de un conjunto se encierran entre llaves y se separan por comas. Los conjuntos se utilizan para realizar operaciones de conjunto como la unión, la intersección o la diferencia.</a:t>
            </a:r>
            <a:endParaRPr/>
          </a:p>
          <a:p>
            <a:pPr indent="0" lvl="0" marL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ct val="125000"/>
              <a:buNone/>
            </a:pPr>
            <a:r>
              <a:rPr b="0" i="0" lang="es-MX" sz="1600">
                <a:latin typeface="Arial"/>
                <a:ea typeface="Arial"/>
                <a:cs typeface="Arial"/>
                <a:sym typeface="Arial"/>
              </a:rPr>
              <a:t>	mi_conjunto = {1, 2, 3}</a:t>
            </a:r>
            <a:endParaRPr/>
          </a:p>
          <a:p>
            <a:pPr indent="-228600" lvl="0" marL="2286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FEB179"/>
              </a:buClr>
              <a:buSzPct val="125000"/>
              <a:buFont typeface="Arial"/>
              <a:buChar char="•"/>
            </a:pPr>
            <a:r>
              <a:rPr b="0" i="0" lang="es-MX" sz="1600">
                <a:solidFill>
                  <a:srgbClr val="FEB179"/>
                </a:solidFill>
                <a:latin typeface="Arial"/>
                <a:ea typeface="Arial"/>
                <a:cs typeface="Arial"/>
                <a:sym typeface="Arial"/>
              </a:rPr>
              <a:t>Diccionario</a:t>
            </a:r>
            <a:r>
              <a:rPr b="0" i="0" lang="es-MX" sz="1600">
                <a:latin typeface="Arial"/>
                <a:ea typeface="Arial"/>
                <a:cs typeface="Arial"/>
                <a:sym typeface="Arial"/>
              </a:rPr>
              <a:t>: Un diccionario es una colección de pares clave-valor, donde cada clave se asocia con un valor. Los pares clave-valor se encierran entre llaves y se separan por comas. Los diccionarios se utilizan para almacenar información estructurada y para acceder a ella mediante claves.</a:t>
            </a:r>
            <a:endParaRPr/>
          </a:p>
          <a:p>
            <a:pPr indent="0" lvl="0" marL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ct val="125000"/>
              <a:buNone/>
            </a:pPr>
            <a:r>
              <a:rPr b="0" i="0" lang="es-MX" sz="1600">
                <a:latin typeface="Arial"/>
                <a:ea typeface="Arial"/>
                <a:cs typeface="Arial"/>
                <a:sym typeface="Arial"/>
              </a:rPr>
              <a:t>	mi_diccionario = {'Juan': 25, 'Maria': 30, 'Pedro': 20}</a:t>
            </a:r>
            <a:endParaRPr/>
          </a:p>
          <a:p>
            <a:pPr indent="-228600" lvl="0" marL="2286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FEB179"/>
              </a:buClr>
              <a:buSzPct val="125000"/>
              <a:buFont typeface="Arial"/>
              <a:buChar char="•"/>
            </a:pPr>
            <a:r>
              <a:rPr b="0" i="0" lang="es-MX" sz="1600">
                <a:solidFill>
                  <a:srgbClr val="FEB179"/>
                </a:solidFill>
                <a:latin typeface="Arial"/>
                <a:ea typeface="Arial"/>
                <a:cs typeface="Arial"/>
                <a:sym typeface="Arial"/>
              </a:rPr>
              <a:t>Lista</a:t>
            </a:r>
            <a:r>
              <a:rPr b="0" i="0" lang="es-MX" sz="1600">
                <a:latin typeface="Arial"/>
                <a:ea typeface="Arial"/>
                <a:cs typeface="Arial"/>
                <a:sym typeface="Arial"/>
              </a:rPr>
              <a:t>: Una lista es una secuencia mutable de elementos. Los elementos de una lista se encierran entre corchetes y se separan por comas. Las listas se utilizan para almacenar elementos que pueden cambiar y que se acceden mediante su posición en la secuencia.</a:t>
            </a:r>
            <a:endParaRPr/>
          </a:p>
          <a:p>
            <a:pPr indent="0" lvl="0" marL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ct val="125000"/>
              <a:buNone/>
            </a:pPr>
            <a:r>
              <a:rPr b="0" i="0" lang="es-MX" sz="1600">
                <a:latin typeface="Arial"/>
                <a:ea typeface="Arial"/>
                <a:cs typeface="Arial"/>
                <a:sym typeface="Arial"/>
              </a:rPr>
              <a:t>	mi_lista = [1, 2, 3]</a:t>
            </a:r>
            <a:endParaRPr/>
          </a:p>
          <a:p>
            <a:pPr indent="-228600" lvl="0" marL="2286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FEB179"/>
              </a:buClr>
              <a:buSzPct val="125000"/>
              <a:buFont typeface="Arial"/>
              <a:buChar char="•"/>
            </a:pPr>
            <a:r>
              <a:rPr b="0" i="0" lang="es-MX" sz="1600">
                <a:solidFill>
                  <a:srgbClr val="FEB179"/>
                </a:solidFill>
                <a:latin typeface="Arial"/>
                <a:ea typeface="Arial"/>
                <a:cs typeface="Arial"/>
                <a:sym typeface="Arial"/>
              </a:rPr>
              <a:t>Pila</a:t>
            </a:r>
            <a:r>
              <a:rPr b="0" i="0" lang="es-MX" sz="1600">
                <a:latin typeface="Arial"/>
                <a:ea typeface="Arial"/>
                <a:cs typeface="Arial"/>
                <a:sym typeface="Arial"/>
              </a:rPr>
              <a:t>: Una pila es una estructura de datos que permite el acceso a sus elementos siguiendo una regla LIFO (Last In, First Out), es decir, el último elemento que se agrega a la pila es el primero que se saca. Las pilas se utilizan para implementar algoritmos como la inversión de una secuencia o la evaluación de expresiones matemáticas.</a:t>
            </a:r>
            <a:endParaRPr/>
          </a:p>
          <a:p>
            <a:pPr indent="0" lvl="2" marL="9144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25000"/>
              <a:buNone/>
            </a:pPr>
            <a:r>
              <a:rPr b="0" i="0" lang="es-MX" sz="1200">
                <a:latin typeface="Arial"/>
                <a:ea typeface="Arial"/>
                <a:cs typeface="Arial"/>
                <a:sym typeface="Arial"/>
              </a:rPr>
              <a:t>mi_pila = []</a:t>
            </a:r>
            <a:endParaRPr/>
          </a:p>
          <a:p>
            <a:pPr indent="0" lvl="2" marL="9144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25000"/>
              <a:buNone/>
            </a:pPr>
            <a:r>
              <a:rPr b="0" i="0" lang="es-MX" sz="1200">
                <a:latin typeface="Arial"/>
                <a:ea typeface="Arial"/>
                <a:cs typeface="Arial"/>
                <a:sym typeface="Arial"/>
              </a:rPr>
              <a:t>mi_pila.append(1)</a:t>
            </a:r>
            <a:endParaRPr/>
          </a:p>
          <a:p>
            <a:pPr indent="0" lvl="2" marL="9144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25000"/>
              <a:buNone/>
            </a:pPr>
            <a:r>
              <a:rPr b="0" i="0" lang="es-MX" sz="1200">
                <a:latin typeface="Arial"/>
                <a:ea typeface="Arial"/>
                <a:cs typeface="Arial"/>
                <a:sym typeface="Arial"/>
              </a:rPr>
              <a:t>mi_pila.append(2)</a:t>
            </a:r>
            <a:endParaRPr/>
          </a:p>
          <a:p>
            <a:pPr indent="0" lvl="2" marL="9144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25000"/>
              <a:buNone/>
            </a:pPr>
            <a:r>
              <a:rPr b="0" i="0" lang="es-MX" sz="1200">
                <a:latin typeface="Arial"/>
                <a:ea typeface="Arial"/>
                <a:cs typeface="Arial"/>
                <a:sym typeface="Arial"/>
              </a:rPr>
              <a:t>mi_pila.append(3)</a:t>
            </a:r>
            <a:endParaRPr b="0" i="0" sz="12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7" name="Shape 5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plicaciones de Estructuras de Datos en Python | by KEVIN ANDRES SOSSA  VALENCIA | Medium" id="508" name="Google Shape;508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5227" y="123731"/>
            <a:ext cx="11681545" cy="5670738"/>
          </a:xfrm>
          <a:prstGeom prst="rect">
            <a:avLst/>
          </a:prstGeom>
          <a:noFill/>
          <a:ln>
            <a:noFill/>
          </a:ln>
        </p:spPr>
      </p:pic>
      <p:sp>
        <p:nvSpPr>
          <p:cNvPr id="509" name="Google Shape;509;p17"/>
          <p:cNvSpPr txBox="1"/>
          <p:nvPr/>
        </p:nvSpPr>
        <p:spPr>
          <a:xfrm>
            <a:off x="1651000" y="5810939"/>
            <a:ext cx="2120900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8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Tengo una </a:t>
            </a:r>
            <a:r>
              <a:rPr b="1" lang="es-MX" sz="18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secuencia</a:t>
            </a:r>
            <a:r>
              <a:rPr lang="es-MX" sz="18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 de cosas que puede crecer/cambiar</a:t>
            </a:r>
            <a:endParaRPr/>
          </a:p>
        </p:txBody>
      </p:sp>
      <p:sp>
        <p:nvSpPr>
          <p:cNvPr id="510" name="Google Shape;510;p17"/>
          <p:cNvSpPr txBox="1"/>
          <p:nvPr/>
        </p:nvSpPr>
        <p:spPr>
          <a:xfrm>
            <a:off x="4222750" y="5794469"/>
            <a:ext cx="2120900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8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Estos datos son </a:t>
            </a:r>
            <a:r>
              <a:rPr b="1" lang="es-MX" sz="18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permanentes</a:t>
            </a:r>
            <a:r>
              <a:rPr lang="es-MX" sz="18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 y no deben tocarse</a:t>
            </a:r>
            <a:endParaRPr/>
          </a:p>
        </p:txBody>
      </p:sp>
      <p:sp>
        <p:nvSpPr>
          <p:cNvPr id="511" name="Google Shape;511;p17"/>
          <p:cNvSpPr txBox="1"/>
          <p:nvPr/>
        </p:nvSpPr>
        <p:spPr>
          <a:xfrm>
            <a:off x="6794500" y="5810939"/>
            <a:ext cx="2120900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8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Solo me importan valores </a:t>
            </a:r>
            <a:r>
              <a:rPr b="1" lang="es-MX" sz="18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únicos</a:t>
            </a:r>
            <a:r>
              <a:rPr lang="es-MX" sz="18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 y hacer comparaciones</a:t>
            </a:r>
            <a:endParaRPr/>
          </a:p>
        </p:txBody>
      </p:sp>
      <p:sp>
        <p:nvSpPr>
          <p:cNvPr id="512" name="Google Shape;512;p17"/>
          <p:cNvSpPr txBox="1"/>
          <p:nvPr/>
        </p:nvSpPr>
        <p:spPr>
          <a:xfrm>
            <a:off x="9480550" y="5810939"/>
            <a:ext cx="2456222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8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Necesito </a:t>
            </a:r>
            <a:r>
              <a:rPr b="1" lang="es-MX" sz="18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buscar</a:t>
            </a:r>
            <a:r>
              <a:rPr lang="es-MX" sz="18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 cosas por su nombre/clave rápidamente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6" name="Shape 5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7" name="Google Shape;517;p18"/>
          <p:cNvPicPr preferRelativeResize="0"/>
          <p:nvPr/>
        </p:nvPicPr>
        <p:blipFill rotWithShape="1">
          <a:blip r:embed="rId3">
            <a:alphaModFix/>
          </a:blip>
          <a:srcRect b="24577" l="25574" r="27213" t="43057"/>
          <a:stretch/>
        </p:blipFill>
        <p:spPr>
          <a:xfrm>
            <a:off x="1415192" y="339881"/>
            <a:ext cx="9102403" cy="3508219"/>
          </a:xfrm>
          <a:prstGeom prst="rect">
            <a:avLst/>
          </a:prstGeom>
          <a:noFill/>
          <a:ln>
            <a:noFill/>
          </a:ln>
        </p:spPr>
      </p:pic>
      <p:sp>
        <p:nvSpPr>
          <p:cNvPr id="518" name="Google Shape;518;p18"/>
          <p:cNvSpPr txBox="1"/>
          <p:nvPr/>
        </p:nvSpPr>
        <p:spPr>
          <a:xfrm>
            <a:off x="795054" y="4381500"/>
            <a:ext cx="2171700" cy="14773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8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Tupla: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8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.count(“x”) 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8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#cuenta el no de X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8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.index(“x”)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8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#posición de X</a:t>
            </a:r>
            <a:endParaRPr/>
          </a:p>
        </p:txBody>
      </p:sp>
      <p:sp>
        <p:nvSpPr>
          <p:cNvPr id="519" name="Google Shape;519;p18"/>
          <p:cNvSpPr txBox="1"/>
          <p:nvPr/>
        </p:nvSpPr>
        <p:spPr>
          <a:xfrm>
            <a:off x="2830796" y="4209795"/>
            <a:ext cx="4357404" cy="23083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8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Set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8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.add(x) </a:t>
            </a:r>
            <a:r>
              <a:rPr i="1" lang="es-MX" sz="18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# Añade elemento</a:t>
            </a:r>
            <a:r>
              <a:rPr lang="es-MX" sz="18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8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.remove(x) </a:t>
            </a:r>
            <a:r>
              <a:rPr i="1" lang="es-MX" sz="18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# Elimina x (error si no existe)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8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.discard(x) </a:t>
            </a:r>
            <a:r>
              <a:rPr i="1" lang="es-MX" sz="18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# Elimina x (sin error si no existe)</a:t>
            </a:r>
            <a:r>
              <a:rPr lang="es-MX" sz="18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8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.union(set) </a:t>
            </a:r>
            <a:r>
              <a:rPr i="1" lang="es-MX" sz="18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# Retorna unión de conjuntos</a:t>
            </a:r>
            <a:r>
              <a:rPr lang="es-MX" sz="18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8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.intersection(set)</a:t>
            </a:r>
            <a:r>
              <a:rPr i="1" lang="es-MX" sz="18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# Retorna intersección</a:t>
            </a:r>
            <a:r>
              <a:rPr lang="es-MX" sz="18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8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.difference(set) </a:t>
            </a:r>
            <a:r>
              <a:rPr i="1" lang="es-MX" sz="18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# Retorna diferencia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s-MX" sz="18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.</a:t>
            </a:r>
            <a:r>
              <a:rPr lang="es-MX" sz="18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update([]) </a:t>
            </a:r>
            <a:r>
              <a:rPr i="1" lang="es-MX" sz="18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# Añade múltiples elementos</a:t>
            </a:r>
            <a:endParaRPr sz="18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520" name="Google Shape;520;p18"/>
          <p:cNvSpPr txBox="1"/>
          <p:nvPr/>
        </p:nvSpPr>
        <p:spPr>
          <a:xfrm>
            <a:off x="7416800" y="4209795"/>
            <a:ext cx="4546600" cy="23083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8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Dictionary</a:t>
            </a:r>
            <a:endParaRPr sz="18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8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.get(key, default) </a:t>
            </a:r>
            <a:r>
              <a:rPr i="1" lang="es-MX" sz="18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# Obtiene valor con default</a:t>
            </a:r>
            <a:r>
              <a:rPr lang="es-MX" sz="18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8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.keys() </a:t>
            </a:r>
            <a:r>
              <a:rPr i="1" lang="es-MX" sz="18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# Retorna todas las claves</a:t>
            </a:r>
            <a:r>
              <a:rPr lang="es-MX" sz="18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8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.values() </a:t>
            </a:r>
            <a:r>
              <a:rPr i="1" lang="es-MX" sz="18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# Retorna todos los valores</a:t>
            </a:r>
            <a:r>
              <a:rPr lang="es-MX" sz="18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8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.items() </a:t>
            </a:r>
            <a:r>
              <a:rPr i="1" lang="es-MX" sz="18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# Retorna pares (clave, valor)</a:t>
            </a:r>
            <a:r>
              <a:rPr lang="es-MX" sz="18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8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.update(dict2) </a:t>
            </a:r>
            <a:r>
              <a:rPr i="1" lang="es-MX" sz="18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# Actualiza con otro diccionario</a:t>
            </a:r>
            <a:r>
              <a:rPr lang="es-MX" sz="18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8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.pop(key) </a:t>
            </a:r>
            <a:r>
              <a:rPr i="1" lang="es-MX" sz="18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# Elimina y retorna valor</a:t>
            </a:r>
            <a:r>
              <a:rPr lang="es-MX" sz="18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8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.setdefault(key, default) </a:t>
            </a:r>
            <a:r>
              <a:rPr i="1" lang="es-MX" sz="18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# Establece si no existe</a:t>
            </a:r>
            <a:endParaRPr sz="18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4" name="Shape 5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5" name="Google Shape;525;p19"/>
          <p:cNvSpPr txBox="1"/>
          <p:nvPr>
            <p:ph type="title"/>
          </p:nvPr>
        </p:nvSpPr>
        <p:spPr>
          <a:xfrm>
            <a:off x="1839913" y="389917"/>
            <a:ext cx="2452687" cy="67688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78B79"/>
              </a:buClr>
              <a:buSzPts val="3600"/>
              <a:buFont typeface="Twentieth Century"/>
              <a:buNone/>
            </a:pPr>
            <a:r>
              <a:rPr lang="es-MX">
                <a:solidFill>
                  <a:srgbClr val="F78B79"/>
                </a:solidFill>
              </a:rPr>
              <a:t>FUNCIÓN</a:t>
            </a:r>
            <a:endParaRPr/>
          </a:p>
        </p:txBody>
      </p:sp>
      <p:sp>
        <p:nvSpPr>
          <p:cNvPr id="526" name="Google Shape;526;p19"/>
          <p:cNvSpPr txBox="1"/>
          <p:nvPr>
            <p:ph idx="1" type="body"/>
          </p:nvPr>
        </p:nvSpPr>
        <p:spPr>
          <a:xfrm>
            <a:off x="1029213" y="1220687"/>
            <a:ext cx="10464287" cy="501675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</a:pPr>
            <a:r>
              <a:rPr lang="es-MX" sz="2000"/>
              <a:t>Es un bloque de código organizado y reutilizable que realiza una tarea específica. Una función puede recibir datos (argumentos) y devolver un resultado. Los programas son más modulares y fáciles de leer.</a:t>
            </a:r>
            <a:endParaRPr sz="20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Twentieth Century"/>
              <a:buNone/>
            </a:pPr>
            <a:r>
              <a:t/>
            </a:r>
            <a:endParaRPr sz="2000"/>
          </a:p>
          <a:p>
            <a:pPr indent="-12700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85C00"/>
              </a:buClr>
              <a:buSzPts val="2000"/>
              <a:buFont typeface="Twentieth Century"/>
              <a:buChar char="•"/>
            </a:pPr>
            <a:r>
              <a:rPr lang="es-MX" sz="2000">
                <a:solidFill>
                  <a:srgbClr val="D85C00"/>
                </a:solidFill>
              </a:rPr>
              <a:t>Parámetro</a:t>
            </a:r>
            <a:r>
              <a:rPr lang="es-MX" sz="2000"/>
              <a:t>: Es el </a:t>
            </a:r>
            <a:r>
              <a:rPr b="1" lang="es-MX" sz="2000">
                <a:solidFill>
                  <a:srgbClr val="D85C00"/>
                </a:solidFill>
              </a:rPr>
              <a:t>nombre de la variable</a:t>
            </a:r>
            <a:r>
              <a:rPr lang="es-MX" sz="2000">
                <a:solidFill>
                  <a:srgbClr val="D85C00"/>
                </a:solidFill>
              </a:rPr>
              <a:t> </a:t>
            </a:r>
            <a:r>
              <a:rPr lang="es-MX" sz="2000"/>
              <a:t>que se lista </a:t>
            </a:r>
            <a:r>
              <a:rPr lang="es-MX" sz="2000">
                <a:solidFill>
                  <a:srgbClr val="D85C00"/>
                </a:solidFill>
              </a:rPr>
              <a:t>dentro de los paréntesis </a:t>
            </a:r>
            <a:r>
              <a:rPr lang="es-MX" sz="2000"/>
              <a:t>en la </a:t>
            </a:r>
            <a:r>
              <a:rPr b="1" lang="es-MX" sz="2000"/>
              <a:t>definición</a:t>
            </a:r>
            <a:r>
              <a:rPr lang="es-MX" sz="2000"/>
              <a:t> de una función o método.</a:t>
            </a:r>
            <a:endParaRPr/>
          </a:p>
          <a:p>
            <a:pPr indent="-12700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000"/>
              <a:buFont typeface="Twentieth Century"/>
              <a:buChar char="•"/>
            </a:pPr>
            <a:r>
              <a:rPr lang="es-MX" sz="2000">
                <a:solidFill>
                  <a:srgbClr val="FFFF00"/>
                </a:solidFill>
              </a:rPr>
              <a:t>Argumento</a:t>
            </a:r>
            <a:r>
              <a:rPr lang="es-MX" sz="2000"/>
              <a:t>: Es el </a:t>
            </a:r>
            <a:r>
              <a:rPr b="1" lang="es-MX" sz="2000">
                <a:solidFill>
                  <a:srgbClr val="FFFF00"/>
                </a:solidFill>
              </a:rPr>
              <a:t>valor real</a:t>
            </a:r>
            <a:r>
              <a:rPr lang="es-MX" sz="2000">
                <a:solidFill>
                  <a:srgbClr val="FFFF00"/>
                </a:solidFill>
              </a:rPr>
              <a:t> que se pasa a la función </a:t>
            </a:r>
            <a:r>
              <a:rPr lang="es-MX" sz="2000"/>
              <a:t>o método cuando se le </a:t>
            </a:r>
            <a:r>
              <a:rPr b="1" lang="es-MX" sz="2000"/>
              <a:t>llama</a:t>
            </a:r>
            <a:r>
              <a:rPr lang="es-MX" sz="2000"/>
              <a:t> (o se ejecuta).</a:t>
            </a:r>
            <a:endParaRPr/>
          </a:p>
          <a:p>
            <a:pPr indent="-12700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Twentieth Century"/>
              <a:buChar char="•"/>
            </a:pPr>
            <a:r>
              <a:rPr lang="es-MX" sz="2000"/>
              <a:t>Un </a:t>
            </a:r>
            <a:r>
              <a:rPr lang="es-MX" sz="2000">
                <a:solidFill>
                  <a:srgbClr val="00B050"/>
                </a:solidFill>
              </a:rPr>
              <a:t>método</a:t>
            </a:r>
            <a:r>
              <a:rPr lang="es-MX" sz="2000"/>
              <a:t> es una </a:t>
            </a:r>
            <a:r>
              <a:rPr b="1" lang="es-MX" sz="2000">
                <a:solidFill>
                  <a:srgbClr val="00B050"/>
                </a:solidFill>
              </a:rPr>
              <a:t>función</a:t>
            </a:r>
            <a:r>
              <a:rPr lang="es-MX" sz="2000">
                <a:solidFill>
                  <a:srgbClr val="00B050"/>
                </a:solidFill>
              </a:rPr>
              <a:t> que está </a:t>
            </a:r>
            <a:r>
              <a:rPr b="1" lang="es-MX" sz="2000">
                <a:solidFill>
                  <a:srgbClr val="00B050"/>
                </a:solidFill>
              </a:rPr>
              <a:t>asociada a una clase u objeto</a:t>
            </a:r>
            <a:r>
              <a:rPr lang="es-MX" sz="2000"/>
              <a:t>. Un método está diseñado para realizar una acción o cambiar el estado del objeto.</a:t>
            </a:r>
            <a:endParaRPr/>
          </a:p>
          <a:p>
            <a:pPr indent="-12700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Twentieth Century"/>
              <a:buChar char="•"/>
            </a:pPr>
            <a:r>
              <a:rPr lang="es-MX" sz="2000"/>
              <a:t>Un </a:t>
            </a:r>
            <a:r>
              <a:rPr lang="es-MX" sz="2000">
                <a:solidFill>
                  <a:srgbClr val="4FACF3"/>
                </a:solidFill>
              </a:rPr>
              <a:t>Atributo</a:t>
            </a:r>
            <a:r>
              <a:rPr lang="es-MX" sz="2000"/>
              <a:t> Es una </a:t>
            </a:r>
            <a:r>
              <a:rPr b="1" lang="es-MX" sz="2000">
                <a:solidFill>
                  <a:srgbClr val="4FACF3"/>
                </a:solidFill>
              </a:rPr>
              <a:t>variable</a:t>
            </a:r>
            <a:r>
              <a:rPr lang="es-MX" sz="2000">
                <a:solidFill>
                  <a:srgbClr val="4FACF3"/>
                </a:solidFill>
              </a:rPr>
              <a:t> que está asociada a una clase</a:t>
            </a:r>
            <a:r>
              <a:rPr lang="es-MX" sz="2000"/>
              <a:t> o, más comúnmente, a una </a:t>
            </a:r>
            <a:r>
              <a:rPr b="1" lang="es-MX" sz="2000"/>
              <a:t>instancia de una clase (</a:t>
            </a:r>
            <a:r>
              <a:rPr b="1" lang="es-MX" sz="2000">
                <a:solidFill>
                  <a:srgbClr val="4FACF3"/>
                </a:solidFill>
              </a:rPr>
              <a:t>objeto</a:t>
            </a:r>
            <a:r>
              <a:rPr b="1" lang="es-MX" sz="2000"/>
              <a:t>)</a:t>
            </a:r>
            <a:r>
              <a:rPr lang="es-MX" sz="2000"/>
              <a:t>. Almacena el </a:t>
            </a:r>
            <a:r>
              <a:rPr b="1" lang="es-MX" sz="2000"/>
              <a:t>estado</a:t>
            </a:r>
            <a:r>
              <a:rPr lang="es-MX" sz="2000"/>
              <a:t> o las propiedades de ese objeto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Twentieth Century"/>
              <a:buNone/>
            </a:pPr>
            <a:r>
              <a:t/>
            </a:r>
            <a:endParaRPr sz="20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</a:pPr>
            <a:r>
              <a:rPr lang="es-MX" sz="2000"/>
              <a:t>def promedio </a:t>
            </a:r>
            <a:r>
              <a:rPr lang="es-MX" sz="2000">
                <a:solidFill>
                  <a:srgbClr val="D85C00"/>
                </a:solidFill>
              </a:rPr>
              <a:t>x</a:t>
            </a:r>
            <a:r>
              <a:rPr lang="es-MX" sz="2000"/>
              <a:t>*: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</a:pPr>
            <a:r>
              <a:rPr lang="es-MX" sz="2000"/>
              <a:t>	return sum(x)/len(x)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</a:pPr>
            <a:r>
              <a:t/>
            </a:r>
            <a:endParaRPr sz="20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</a:pPr>
            <a:r>
              <a:rPr lang="es-MX" sz="2000"/>
              <a:t>Promedio([</a:t>
            </a:r>
            <a:r>
              <a:rPr lang="es-MX" sz="2000">
                <a:solidFill>
                  <a:srgbClr val="FFFF00"/>
                </a:solidFill>
              </a:rPr>
              <a:t>7,9,8,9,9,10]</a:t>
            </a:r>
            <a:r>
              <a:rPr lang="es-MX" sz="2000"/>
              <a:t>)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0" name="Shape 5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1" name="Google Shape;531;p20"/>
          <p:cNvSpPr txBox="1"/>
          <p:nvPr>
            <p:ph idx="1" type="body"/>
          </p:nvPr>
        </p:nvSpPr>
        <p:spPr>
          <a:xfrm>
            <a:off x="1276171" y="265472"/>
            <a:ext cx="9327919" cy="62238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85000" lnSpcReduction="20000"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25000"/>
              <a:buNone/>
            </a:pPr>
            <a:r>
              <a:rPr lang="es-MX"/>
              <a:t># importar una librería, modulo y usar métodos</a:t>
            </a:r>
            <a:endParaRPr/>
          </a:p>
          <a:p>
            <a:pPr indent="0" lvl="0" marL="0" rtl="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DBF6B8"/>
              </a:buClr>
              <a:buSzPct val="125000"/>
              <a:buNone/>
            </a:pPr>
            <a:r>
              <a:rPr lang="es-MX">
                <a:solidFill>
                  <a:srgbClr val="DBF6B8"/>
                </a:solidFill>
              </a:rPr>
              <a:t>import sys as s      from random import randrange        sys.argv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ct val="1250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ct val="125000"/>
              <a:buNone/>
            </a:pPr>
            <a:r>
              <a:rPr lang="es-MX"/>
              <a:t>#funciones con parámetro con retorno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FEB179"/>
              </a:buClr>
              <a:buSzPct val="125000"/>
              <a:buNone/>
            </a:pPr>
            <a:r>
              <a:rPr lang="es-MX">
                <a:solidFill>
                  <a:srgbClr val="FEB179"/>
                </a:solidFill>
              </a:rPr>
              <a:t>def función(a , b):         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FEB179"/>
              </a:buClr>
              <a:buSzPct val="125000"/>
              <a:buNone/>
            </a:pPr>
            <a:r>
              <a:rPr lang="es-MX">
                <a:solidFill>
                  <a:srgbClr val="FEB179"/>
                </a:solidFill>
              </a:rPr>
              <a:t>	return a+b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ct val="125000"/>
              <a:buNone/>
            </a:pPr>
            <a:r>
              <a:rPr lang="es-MX"/>
              <a:t>#funciones sin parámetro sin retorno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FEB179"/>
              </a:buClr>
              <a:buSzPct val="125000"/>
              <a:buNone/>
            </a:pPr>
            <a:r>
              <a:rPr lang="es-MX">
                <a:solidFill>
                  <a:srgbClr val="FEB179"/>
                </a:solidFill>
              </a:rPr>
              <a:t>def función():       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FEB179"/>
              </a:buClr>
              <a:buSzPct val="125000"/>
              <a:buNone/>
            </a:pPr>
            <a:r>
              <a:rPr lang="es-MX">
                <a:solidFill>
                  <a:srgbClr val="FEB179"/>
                </a:solidFill>
              </a:rPr>
              <a:t>	# acciones a realizar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ct val="1250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ct val="125000"/>
              <a:buNone/>
            </a:pPr>
            <a:r>
              <a:rPr lang="es-MX"/>
              <a:t>#formateo de Strings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ct val="125000"/>
              <a:buNone/>
            </a:pPr>
            <a:r>
              <a:rPr lang="es-MX"/>
              <a:t>print("{:&gt;30.3}".format("palabra"))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ct val="125000"/>
              <a:buNone/>
            </a:pPr>
            <a:r>
              <a:rPr lang="es-MX"/>
              <a:t>print("{:04d}".format(10))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ct val="1250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ct val="125000"/>
              <a:buNone/>
            </a:pPr>
            <a:r>
              <a:rPr lang="es-MX"/>
              <a:t>Función(1,2)     	//argumentos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ct val="125000"/>
              <a:buNone/>
            </a:pPr>
            <a:r>
              <a:rPr lang="es-MX"/>
              <a:t>#una función devuelve varios valores en forma de tupla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ct val="1250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ct val="1250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ct val="1250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ct val="125000"/>
              <a:buNone/>
            </a:pPr>
            <a:r>
              <a:t/>
            </a:r>
            <a:endParaRPr/>
          </a:p>
        </p:txBody>
      </p:sp>
      <p:pic>
        <p:nvPicPr>
          <p:cNvPr id="532" name="Google Shape;532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678587" y="4262285"/>
            <a:ext cx="4925503" cy="7873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6" name="Shape 5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7" name="Google Shape;537;p21"/>
          <p:cNvPicPr preferRelativeResize="0"/>
          <p:nvPr/>
        </p:nvPicPr>
        <p:blipFill rotWithShape="1">
          <a:blip r:embed="rId3">
            <a:alphaModFix/>
          </a:blip>
          <a:srcRect b="15881" l="59077" r="11961" t="31170"/>
          <a:stretch/>
        </p:blipFill>
        <p:spPr>
          <a:xfrm>
            <a:off x="6076171" y="576742"/>
            <a:ext cx="5888438" cy="6052658"/>
          </a:xfrm>
          <a:prstGeom prst="rect">
            <a:avLst/>
          </a:prstGeom>
          <a:noFill/>
          <a:ln>
            <a:noFill/>
          </a:ln>
        </p:spPr>
      </p:pic>
      <p:sp>
        <p:nvSpPr>
          <p:cNvPr id="538" name="Google Shape;538;p21"/>
          <p:cNvSpPr txBox="1"/>
          <p:nvPr/>
        </p:nvSpPr>
        <p:spPr>
          <a:xfrm>
            <a:off x="2381250" y="53522"/>
            <a:ext cx="3479800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2800">
                <a:solidFill>
                  <a:srgbClr val="BCEBDE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Funciones avanzadas</a:t>
            </a:r>
            <a:endParaRPr/>
          </a:p>
        </p:txBody>
      </p:sp>
      <p:sp>
        <p:nvSpPr>
          <p:cNvPr id="539" name="Google Shape;539;p21"/>
          <p:cNvSpPr txBox="1"/>
          <p:nvPr/>
        </p:nvSpPr>
        <p:spPr>
          <a:xfrm>
            <a:off x="1193800" y="662744"/>
            <a:ext cx="3479800" cy="255454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</a:pPr>
            <a:r>
              <a:rPr lang="es-MX" sz="20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Funciones avanzadas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20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def saludo(s=“Hola”)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20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	print(s+“ que gusto”)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20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Saludo()  //Hola que gusto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20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Saludo(“Hi”)  //Hi que gusto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pic>
        <p:nvPicPr>
          <p:cNvPr id="540" name="Google Shape;540;p21"/>
          <p:cNvPicPr preferRelativeResize="0"/>
          <p:nvPr/>
        </p:nvPicPr>
        <p:blipFill rotWithShape="1">
          <a:blip r:embed="rId4">
            <a:alphaModFix/>
          </a:blip>
          <a:srcRect b="31287" l="35833" r="29896" t="35549"/>
          <a:stretch/>
        </p:blipFill>
        <p:spPr>
          <a:xfrm>
            <a:off x="308820" y="2707682"/>
            <a:ext cx="5552230" cy="3020818"/>
          </a:xfrm>
          <a:prstGeom prst="rect">
            <a:avLst/>
          </a:prstGeom>
          <a:noFill/>
          <a:ln>
            <a:noFill/>
          </a:ln>
        </p:spPr>
      </p:pic>
      <p:sp>
        <p:nvSpPr>
          <p:cNvPr id="541" name="Google Shape;541;p21"/>
          <p:cNvSpPr txBox="1"/>
          <p:nvPr/>
        </p:nvSpPr>
        <p:spPr>
          <a:xfrm>
            <a:off x="733425" y="5995200"/>
            <a:ext cx="5127625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20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*</a:t>
            </a:r>
            <a:r>
              <a:rPr lang="es-MX" sz="20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 Argumentos longitud variable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5" name="Shape 5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6" name="Google Shape;546;p22"/>
          <p:cNvSpPr txBox="1"/>
          <p:nvPr/>
        </p:nvSpPr>
        <p:spPr>
          <a:xfrm>
            <a:off x="1066799" y="582355"/>
            <a:ext cx="4102101" cy="24622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Char char="•"/>
            </a:pPr>
            <a:r>
              <a:rPr lang="es-MX" sz="28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Recursión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8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concepto donde una función se llama a sí misma de forma repetida durante su propia ejecución, con el objetivo de resolver un problema dividiéndolo en versiones más pequeñas de sí mismo.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pic>
        <p:nvPicPr>
          <p:cNvPr id="547" name="Google Shape;547;p22"/>
          <p:cNvPicPr preferRelativeResize="0"/>
          <p:nvPr/>
        </p:nvPicPr>
        <p:blipFill rotWithShape="1">
          <a:blip r:embed="rId3">
            <a:alphaModFix/>
          </a:blip>
          <a:srcRect b="32213" l="58749" r="14679" t="21943"/>
          <a:stretch/>
        </p:blipFill>
        <p:spPr>
          <a:xfrm>
            <a:off x="6096000" y="3651226"/>
            <a:ext cx="2779785" cy="2696442"/>
          </a:xfrm>
          <a:prstGeom prst="rect">
            <a:avLst/>
          </a:prstGeom>
          <a:noFill/>
          <a:ln>
            <a:noFill/>
          </a:ln>
        </p:spPr>
      </p:pic>
      <p:pic>
        <p:nvPicPr>
          <p:cNvPr id="548" name="Google Shape;548;p22"/>
          <p:cNvPicPr preferRelativeResize="0"/>
          <p:nvPr/>
        </p:nvPicPr>
        <p:blipFill rotWithShape="1">
          <a:blip r:embed="rId4">
            <a:alphaModFix/>
          </a:blip>
          <a:srcRect b="24797" l="34918" r="48484" t="47430"/>
          <a:stretch/>
        </p:blipFill>
        <p:spPr>
          <a:xfrm>
            <a:off x="9048750" y="3429000"/>
            <a:ext cx="2716031" cy="2555079"/>
          </a:xfrm>
          <a:prstGeom prst="rect">
            <a:avLst/>
          </a:prstGeom>
          <a:noFill/>
          <a:ln>
            <a:noFill/>
          </a:ln>
        </p:spPr>
      </p:pic>
      <p:pic>
        <p:nvPicPr>
          <p:cNvPr id="549" name="Google Shape;549;p22"/>
          <p:cNvPicPr preferRelativeResize="0"/>
          <p:nvPr/>
        </p:nvPicPr>
        <p:blipFill rotWithShape="1">
          <a:blip r:embed="rId5">
            <a:alphaModFix/>
          </a:blip>
          <a:srcRect b="26546" l="34795" r="40290" t="46337"/>
          <a:stretch/>
        </p:blipFill>
        <p:spPr>
          <a:xfrm>
            <a:off x="6685440" y="192832"/>
            <a:ext cx="3647119" cy="2231767"/>
          </a:xfrm>
          <a:prstGeom prst="rect">
            <a:avLst/>
          </a:prstGeom>
          <a:noFill/>
          <a:ln>
            <a:noFill/>
          </a:ln>
        </p:spPr>
      </p:pic>
      <p:pic>
        <p:nvPicPr>
          <p:cNvPr id="550" name="Google Shape;550;p22"/>
          <p:cNvPicPr preferRelativeResize="0"/>
          <p:nvPr/>
        </p:nvPicPr>
        <p:blipFill rotWithShape="1">
          <a:blip r:embed="rId6">
            <a:alphaModFix/>
          </a:blip>
          <a:srcRect b="7957" l="8484" r="86967" t="86294"/>
          <a:stretch/>
        </p:blipFill>
        <p:spPr>
          <a:xfrm>
            <a:off x="11125200" y="2014619"/>
            <a:ext cx="984980" cy="699749"/>
          </a:xfrm>
          <a:prstGeom prst="rect">
            <a:avLst/>
          </a:prstGeom>
          <a:noFill/>
          <a:ln>
            <a:noFill/>
          </a:ln>
        </p:spPr>
      </p:pic>
      <p:pic>
        <p:nvPicPr>
          <p:cNvPr id="551" name="Google Shape;551;p22"/>
          <p:cNvPicPr preferRelativeResize="0"/>
          <p:nvPr/>
        </p:nvPicPr>
        <p:blipFill rotWithShape="1">
          <a:blip r:embed="rId7">
            <a:alphaModFix/>
          </a:blip>
          <a:srcRect b="16280" l="8750" r="53646" t="57041"/>
          <a:stretch/>
        </p:blipFill>
        <p:spPr>
          <a:xfrm>
            <a:off x="344231" y="3188490"/>
            <a:ext cx="5393594" cy="215146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5" name="Shape 5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6" name="Google Shape;556;p23"/>
          <p:cNvSpPr txBox="1"/>
          <p:nvPr/>
        </p:nvSpPr>
        <p:spPr>
          <a:xfrm>
            <a:off x="734335" y="543180"/>
            <a:ext cx="4002765" cy="34470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1800">
                <a:solidFill>
                  <a:srgbClr val="F78B79"/>
                </a:solidFill>
                <a:latin typeface="Arial"/>
                <a:ea typeface="Arial"/>
                <a:cs typeface="Arial"/>
                <a:sym typeface="Arial"/>
              </a:rPr>
              <a:t>Lambda: </a:t>
            </a:r>
            <a:r>
              <a:rPr lang="es-MX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sirve para crear </a:t>
            </a:r>
            <a:r>
              <a:rPr b="1" lang="es-MX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funciones pequeñas y rápidas</a:t>
            </a:r>
            <a:r>
              <a:rPr lang="es-MX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b="1" lang="es-MX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sin usar def </a:t>
            </a:r>
            <a:r>
              <a:rPr lang="es-MX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, y que normalmente se usan </a:t>
            </a:r>
            <a:r>
              <a:rPr b="1" lang="es-MX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una sola vez</a:t>
            </a:r>
            <a:r>
              <a:rPr lang="es-MX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. lambda argumentos: expresión</a:t>
            </a:r>
            <a:endParaRPr/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1800">
                <a:solidFill>
                  <a:srgbClr val="F78B79"/>
                </a:solidFill>
                <a:latin typeface="Arial"/>
                <a:ea typeface="Arial"/>
                <a:cs typeface="Arial"/>
                <a:sym typeface="Arial"/>
              </a:rPr>
              <a:t>lambda</a:t>
            </a:r>
            <a:r>
              <a:rPr b="1" lang="es-MX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argumentos</a:t>
            </a:r>
            <a:r>
              <a:rPr b="1" lang="es-MX" sz="1800">
                <a:solidFill>
                  <a:srgbClr val="F78B79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r>
              <a:rPr b="1" lang="es-MX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expresión</a:t>
            </a:r>
            <a:endParaRPr/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No lleva nombre, no lleva return, y la expresión siempre devuelve el resultado. Define una función rápida y sin nombre</a:t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solidFill>
                <a:schemeClr val="lt1"/>
              </a:solidFill>
              <a:latin typeface="Jost"/>
              <a:ea typeface="Jost"/>
              <a:cs typeface="Jost"/>
              <a:sym typeface="Jost"/>
            </a:endParaRPr>
          </a:p>
        </p:txBody>
      </p:sp>
      <p:sp>
        <p:nvSpPr>
          <p:cNvPr id="557" name="Google Shape;557;p23"/>
          <p:cNvSpPr txBox="1"/>
          <p:nvPr>
            <p:ph idx="1" type="body"/>
          </p:nvPr>
        </p:nvSpPr>
        <p:spPr>
          <a:xfrm>
            <a:off x="5107668" y="351234"/>
            <a:ext cx="6045198" cy="180031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EE0F7"/>
              </a:buClr>
              <a:buSzPts val="2500"/>
              <a:buNone/>
            </a:pPr>
            <a:r>
              <a:rPr b="1" lang="es-MX" sz="2000">
                <a:solidFill>
                  <a:srgbClr val="9EE0F7"/>
                </a:solidFill>
                <a:latin typeface="Arial"/>
                <a:ea typeface="Arial"/>
                <a:cs typeface="Arial"/>
                <a:sym typeface="Arial"/>
              </a:rPr>
              <a:t>Map</a:t>
            </a:r>
            <a:r>
              <a:rPr lang="es-MX" sz="2000">
                <a:latin typeface="Arial"/>
                <a:ea typeface="Arial"/>
                <a:cs typeface="Arial"/>
                <a:sym typeface="Arial"/>
              </a:rPr>
              <a:t> aplica una función </a:t>
            </a:r>
            <a:r>
              <a:rPr b="1" lang="es-MX" sz="2000">
                <a:latin typeface="Arial"/>
                <a:ea typeface="Arial"/>
                <a:cs typeface="Arial"/>
                <a:sym typeface="Arial"/>
              </a:rPr>
              <a:t>a cada elemento de una lista o iterable</a:t>
            </a:r>
            <a:r>
              <a:rPr lang="es-MX" sz="2000">
                <a:latin typeface="Arial"/>
                <a:ea typeface="Arial"/>
                <a:cs typeface="Arial"/>
                <a:sym typeface="Arial"/>
              </a:rPr>
              <a:t>, y devuelve un </a:t>
            </a:r>
            <a:r>
              <a:rPr b="1" lang="es-MX" sz="2000">
                <a:latin typeface="Arial"/>
                <a:ea typeface="Arial"/>
                <a:cs typeface="Arial"/>
                <a:sym typeface="Arial"/>
              </a:rPr>
              <a:t>objeto tipo map</a:t>
            </a:r>
            <a:r>
              <a:rPr lang="es-MX" sz="2000">
                <a:latin typeface="Arial"/>
                <a:ea typeface="Arial"/>
                <a:cs typeface="Arial"/>
                <a:sym typeface="Arial"/>
              </a:rPr>
              <a:t>, que puedes convertir a lista.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BDEAFA"/>
              </a:buClr>
              <a:buSzPts val="2500"/>
              <a:buNone/>
            </a:pPr>
            <a:r>
              <a:rPr lang="es-MX" sz="2000">
                <a:solidFill>
                  <a:srgbClr val="BDEAFA"/>
                </a:solidFill>
                <a:latin typeface="Arial"/>
                <a:ea typeface="Arial"/>
                <a:cs typeface="Arial"/>
                <a:sym typeface="Arial"/>
              </a:rPr>
              <a:t>map</a:t>
            </a:r>
            <a:r>
              <a:rPr lang="es-MX" sz="2000">
                <a:latin typeface="Arial"/>
                <a:ea typeface="Arial"/>
                <a:cs typeface="Arial"/>
                <a:sym typeface="Arial"/>
              </a:rPr>
              <a:t>(función, iterable)</a:t>
            </a:r>
            <a:endParaRPr/>
          </a:p>
        </p:txBody>
      </p:sp>
      <p:pic>
        <p:nvPicPr>
          <p:cNvPr id="558" name="Google Shape;558;p23"/>
          <p:cNvPicPr preferRelativeResize="0"/>
          <p:nvPr/>
        </p:nvPicPr>
        <p:blipFill rotWithShape="1">
          <a:blip r:embed="rId3">
            <a:alphaModFix/>
          </a:blip>
          <a:srcRect b="22394" l="35208" r="45919" t="48333"/>
          <a:stretch/>
        </p:blipFill>
        <p:spPr>
          <a:xfrm>
            <a:off x="879975" y="3806291"/>
            <a:ext cx="3419973" cy="2982449"/>
          </a:xfrm>
          <a:prstGeom prst="rect">
            <a:avLst/>
          </a:prstGeom>
          <a:noFill/>
          <a:ln>
            <a:noFill/>
          </a:ln>
        </p:spPr>
      </p:pic>
      <p:pic>
        <p:nvPicPr>
          <p:cNvPr id="559" name="Google Shape;559;p23"/>
          <p:cNvPicPr preferRelativeResize="0"/>
          <p:nvPr/>
        </p:nvPicPr>
        <p:blipFill rotWithShape="1">
          <a:blip r:embed="rId4">
            <a:alphaModFix/>
          </a:blip>
          <a:srcRect b="31472" l="35313" r="40826" t="52224"/>
          <a:stretch/>
        </p:blipFill>
        <p:spPr>
          <a:xfrm>
            <a:off x="8003267" y="1382688"/>
            <a:ext cx="4002765" cy="1537726"/>
          </a:xfrm>
          <a:prstGeom prst="rect">
            <a:avLst/>
          </a:prstGeom>
          <a:noFill/>
          <a:ln>
            <a:noFill/>
          </a:ln>
        </p:spPr>
      </p:pic>
      <p:sp>
        <p:nvSpPr>
          <p:cNvPr id="560" name="Google Shape;560;p23"/>
          <p:cNvSpPr txBox="1"/>
          <p:nvPr/>
        </p:nvSpPr>
        <p:spPr>
          <a:xfrm>
            <a:off x="5412466" y="3806291"/>
            <a:ext cx="6398533" cy="180031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9F296"/>
              </a:buClr>
              <a:buSzPts val="2500"/>
              <a:buFont typeface="Arial"/>
              <a:buNone/>
            </a:pPr>
            <a:r>
              <a:rPr b="1" lang="es-MX" sz="2000">
                <a:solidFill>
                  <a:srgbClr val="C9F296"/>
                </a:solidFill>
                <a:latin typeface="Arial"/>
                <a:ea typeface="Arial"/>
                <a:cs typeface="Arial"/>
                <a:sym typeface="Arial"/>
              </a:rPr>
              <a:t>Filter</a:t>
            </a:r>
            <a:r>
              <a:rPr b="1" lang="es-MX" sz="2000">
                <a:solidFill>
                  <a:srgbClr val="9EE0F7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s-MX" sz="2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muy útil para seleccionar elementos de un iterable (como una lista) basándose en una condición.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C9F296"/>
              </a:buClr>
              <a:buSzPts val="2500"/>
              <a:buFont typeface="Arial"/>
              <a:buNone/>
            </a:pPr>
            <a:r>
              <a:rPr lang="es-MX" sz="2000">
                <a:solidFill>
                  <a:srgbClr val="C9F296"/>
                </a:solidFill>
                <a:latin typeface="Arial"/>
                <a:ea typeface="Arial"/>
                <a:cs typeface="Arial"/>
                <a:sym typeface="Arial"/>
              </a:rPr>
              <a:t>filter</a:t>
            </a:r>
            <a:r>
              <a:rPr lang="es-MX" sz="2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(funcion, iterable)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Arial"/>
              <a:buNone/>
            </a:pPr>
            <a:r>
              <a:t/>
            </a:r>
            <a:endParaRPr sz="20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61" name="Google Shape;561;p23"/>
          <p:cNvPicPr preferRelativeResize="0"/>
          <p:nvPr/>
        </p:nvPicPr>
        <p:blipFill rotWithShape="1">
          <a:blip r:embed="rId5">
            <a:alphaModFix/>
          </a:blip>
          <a:srcRect b="25729" l="9167" r="61145" t="64637"/>
          <a:stretch/>
        </p:blipFill>
        <p:spPr>
          <a:xfrm>
            <a:off x="5654010" y="5104958"/>
            <a:ext cx="5498856" cy="1003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5" name="Shape 5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6" name="Google Shape;566;p24"/>
          <p:cNvSpPr txBox="1"/>
          <p:nvPr>
            <p:ph idx="1" type="body"/>
          </p:nvPr>
        </p:nvSpPr>
        <p:spPr>
          <a:xfrm>
            <a:off x="689429" y="741849"/>
            <a:ext cx="5772671" cy="44935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-1397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200"/>
              <a:buFont typeface="Twentieth Century"/>
              <a:buChar char="•"/>
            </a:pPr>
            <a:r>
              <a:rPr lang="es-MX" sz="2200">
                <a:solidFill>
                  <a:srgbClr val="FFFF00"/>
                </a:solidFill>
              </a:rPr>
              <a:t>print</a:t>
            </a:r>
            <a:r>
              <a:rPr lang="es-MX" sz="2200"/>
              <a:t>() - Mostrar salida en consola </a:t>
            </a:r>
            <a:endParaRPr/>
          </a:p>
          <a:p>
            <a:pPr indent="-1397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200"/>
              <a:buFont typeface="Twentieth Century"/>
              <a:buChar char="•"/>
            </a:pPr>
            <a:r>
              <a:rPr lang="es-MX" sz="2200">
                <a:solidFill>
                  <a:srgbClr val="FFFF00"/>
                </a:solidFill>
              </a:rPr>
              <a:t>len</a:t>
            </a:r>
            <a:r>
              <a:rPr lang="es-MX" sz="2200"/>
              <a:t>() - Longitud </a:t>
            </a:r>
            <a:endParaRPr/>
          </a:p>
          <a:p>
            <a:pPr indent="-1397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200"/>
              <a:buFont typeface="Twentieth Century"/>
              <a:buChar char="•"/>
            </a:pPr>
            <a:r>
              <a:rPr lang="es-MX" sz="2200">
                <a:solidFill>
                  <a:srgbClr val="FFFF00"/>
                </a:solidFill>
              </a:rPr>
              <a:t>type</a:t>
            </a:r>
            <a:r>
              <a:rPr lang="es-MX" sz="2200"/>
              <a:t>() - tipo de dato </a:t>
            </a:r>
            <a:endParaRPr/>
          </a:p>
          <a:p>
            <a:pPr indent="-1397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200"/>
              <a:buFont typeface="Twentieth Century"/>
              <a:buChar char="•"/>
            </a:pPr>
            <a:r>
              <a:rPr lang="es-MX" sz="2200">
                <a:solidFill>
                  <a:srgbClr val="FFFF00"/>
                </a:solidFill>
              </a:rPr>
              <a:t>range</a:t>
            </a:r>
            <a:r>
              <a:rPr lang="es-MX" sz="2200"/>
              <a:t>() - Generar secuencias numéricas </a:t>
            </a:r>
            <a:endParaRPr/>
          </a:p>
          <a:p>
            <a:pPr indent="-1397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200"/>
              <a:buFont typeface="Twentieth Century"/>
              <a:buChar char="•"/>
            </a:pPr>
            <a:r>
              <a:rPr lang="es-MX" sz="2200">
                <a:solidFill>
                  <a:srgbClr val="FFFF00"/>
                </a:solidFill>
              </a:rPr>
              <a:t>input</a:t>
            </a:r>
            <a:r>
              <a:rPr lang="es-MX" sz="2200"/>
              <a:t>() - Capturar entrada del usuario </a:t>
            </a:r>
            <a:endParaRPr/>
          </a:p>
          <a:p>
            <a:pPr indent="-1397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200"/>
              <a:buFont typeface="Twentieth Century"/>
              <a:buChar char="•"/>
            </a:pPr>
            <a:r>
              <a:rPr lang="es-MX" sz="2200">
                <a:solidFill>
                  <a:srgbClr val="FFFF00"/>
                </a:solidFill>
              </a:rPr>
              <a:t>int</a:t>
            </a:r>
            <a:r>
              <a:rPr lang="es-MX" sz="2200"/>
              <a:t>(), </a:t>
            </a:r>
            <a:r>
              <a:rPr lang="es-MX" sz="2200">
                <a:solidFill>
                  <a:srgbClr val="FFFF00"/>
                </a:solidFill>
              </a:rPr>
              <a:t>float</a:t>
            </a:r>
            <a:r>
              <a:rPr lang="es-MX" sz="2200"/>
              <a:t>(), </a:t>
            </a:r>
            <a:r>
              <a:rPr lang="es-MX" sz="2200">
                <a:solidFill>
                  <a:srgbClr val="FFFF00"/>
                </a:solidFill>
              </a:rPr>
              <a:t>str</a:t>
            </a:r>
            <a:r>
              <a:rPr lang="es-MX" sz="2200"/>
              <a:t>() - Conversión de tipos </a:t>
            </a:r>
            <a:endParaRPr/>
          </a:p>
          <a:p>
            <a:pPr indent="-1397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200"/>
              <a:buFont typeface="Twentieth Century"/>
              <a:buChar char="•"/>
            </a:pPr>
            <a:r>
              <a:rPr lang="es-MX" sz="2200">
                <a:solidFill>
                  <a:srgbClr val="FFFF00"/>
                </a:solidFill>
              </a:rPr>
              <a:t>sum</a:t>
            </a:r>
            <a:r>
              <a:rPr lang="es-MX" sz="2200"/>
              <a:t>() - Sumar elementos de iterables </a:t>
            </a:r>
            <a:endParaRPr/>
          </a:p>
          <a:p>
            <a:pPr indent="-1397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200"/>
              <a:buFont typeface="Twentieth Century"/>
              <a:buChar char="•"/>
            </a:pPr>
            <a:r>
              <a:rPr lang="es-MX" sz="2200">
                <a:solidFill>
                  <a:srgbClr val="FFFF00"/>
                </a:solidFill>
              </a:rPr>
              <a:t>max</a:t>
            </a:r>
            <a:r>
              <a:rPr lang="es-MX" sz="2200"/>
              <a:t>(), </a:t>
            </a:r>
            <a:r>
              <a:rPr lang="es-MX" sz="2200">
                <a:solidFill>
                  <a:srgbClr val="FFFF00"/>
                </a:solidFill>
              </a:rPr>
              <a:t>min</a:t>
            </a:r>
            <a:r>
              <a:rPr lang="es-MX" sz="2200"/>
              <a:t>() - Máximo y mínimo </a:t>
            </a:r>
            <a:endParaRPr/>
          </a:p>
          <a:p>
            <a:pPr indent="-1397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200"/>
              <a:buFont typeface="Twentieth Century"/>
              <a:buChar char="•"/>
            </a:pPr>
            <a:r>
              <a:rPr lang="es-MX" sz="2200">
                <a:solidFill>
                  <a:srgbClr val="FFFF00"/>
                </a:solidFill>
              </a:rPr>
              <a:t>sorted</a:t>
            </a:r>
            <a:r>
              <a:rPr lang="es-MX" sz="2200"/>
              <a:t>() - Ordenar iterables (nueva lista) </a:t>
            </a:r>
            <a:endParaRPr/>
          </a:p>
          <a:p>
            <a:pPr indent="-1397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200"/>
              <a:buFont typeface="Twentieth Century"/>
              <a:buChar char="•"/>
            </a:pPr>
            <a:r>
              <a:rPr lang="es-MX" sz="2200">
                <a:solidFill>
                  <a:srgbClr val="FFFF00"/>
                </a:solidFill>
              </a:rPr>
              <a:t>enumerate</a:t>
            </a:r>
            <a:r>
              <a:rPr lang="es-MX" sz="2200"/>
              <a:t>() - Iterar con índices </a:t>
            </a:r>
            <a:endParaRPr/>
          </a:p>
          <a:p>
            <a:pPr indent="-1397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200"/>
              <a:buFont typeface="Twentieth Century"/>
              <a:buChar char="•"/>
            </a:pPr>
            <a:r>
              <a:rPr lang="es-MX" sz="2200">
                <a:solidFill>
                  <a:srgbClr val="FFFF00"/>
                </a:solidFill>
              </a:rPr>
              <a:t>zip</a:t>
            </a:r>
            <a:r>
              <a:rPr lang="es-MX" sz="2200"/>
              <a:t>() - Combinar iterables elemento a elemento</a:t>
            </a:r>
            <a:endParaRPr/>
          </a:p>
          <a:p>
            <a:pPr indent="-1397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200"/>
              <a:buFont typeface="Twentieth Century"/>
              <a:buChar char="•"/>
            </a:pPr>
            <a:r>
              <a:rPr lang="es-MX" sz="2200">
                <a:solidFill>
                  <a:srgbClr val="FFFF00"/>
                </a:solidFill>
              </a:rPr>
              <a:t>any</a:t>
            </a:r>
            <a:r>
              <a:rPr lang="es-MX" sz="2200"/>
              <a:t>(), </a:t>
            </a:r>
            <a:r>
              <a:rPr lang="es-MX" sz="2200">
                <a:solidFill>
                  <a:srgbClr val="FFFF00"/>
                </a:solidFill>
              </a:rPr>
              <a:t>all</a:t>
            </a:r>
            <a:r>
              <a:rPr lang="es-MX" sz="2200"/>
              <a:t>() - Verificaciones bool, Alguno? Todos?</a:t>
            </a:r>
            <a:endParaRPr/>
          </a:p>
          <a:p>
            <a:pPr indent="-1397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200"/>
              <a:buFont typeface="Twentieth Century"/>
              <a:buChar char="•"/>
            </a:pPr>
            <a:r>
              <a:rPr lang="es-MX" sz="2200">
                <a:solidFill>
                  <a:srgbClr val="FFFF00"/>
                </a:solidFill>
              </a:rPr>
              <a:t>isinstance</a:t>
            </a:r>
            <a:r>
              <a:rPr lang="es-MX" sz="2200"/>
              <a:t>() - Verificar si objeto es de cierto tipo</a:t>
            </a:r>
            <a:endParaRPr/>
          </a:p>
        </p:txBody>
      </p:sp>
      <p:sp>
        <p:nvSpPr>
          <p:cNvPr id="567" name="Google Shape;567;p24"/>
          <p:cNvSpPr txBox="1"/>
          <p:nvPr/>
        </p:nvSpPr>
        <p:spPr>
          <a:xfrm>
            <a:off x="5744028" y="560784"/>
            <a:ext cx="5979586" cy="212365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1D319"/>
              </a:buClr>
              <a:buSzPts val="2200"/>
              <a:buFont typeface="Arial"/>
              <a:buNone/>
            </a:pPr>
            <a:r>
              <a:rPr lang="es-MX" sz="2200">
                <a:solidFill>
                  <a:srgbClr val="81D319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open</a:t>
            </a:r>
            <a:r>
              <a:rPr lang="es-MX" sz="22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() - Manejo de archivos </a:t>
            </a:r>
            <a:endParaRPr/>
          </a:p>
          <a:p>
            <a:pPr indent="-1397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85C00"/>
              </a:buClr>
              <a:buSzPts val="2200"/>
              <a:buFont typeface="Arial"/>
              <a:buChar char="•"/>
            </a:pPr>
            <a:r>
              <a:rPr lang="es-MX" sz="2200">
                <a:solidFill>
                  <a:srgbClr val="D85C0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With</a:t>
            </a:r>
            <a:r>
              <a:rPr lang="es-MX" sz="22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: garantiza que el archivo se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Arial"/>
              <a:buNone/>
            </a:pPr>
            <a:r>
              <a:rPr lang="es-MX" sz="22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cierre automáticamente, al salir del bloque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Arial"/>
              <a:buNone/>
            </a:pPr>
            <a:r>
              <a:t/>
            </a:r>
            <a:endParaRPr sz="22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B179"/>
              </a:buClr>
              <a:buSzPts val="2200"/>
              <a:buFont typeface="Arial"/>
              <a:buNone/>
            </a:pPr>
            <a:r>
              <a:rPr lang="es-MX" sz="2200">
                <a:solidFill>
                  <a:srgbClr val="FEB179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with</a:t>
            </a:r>
            <a:r>
              <a:rPr lang="es-MX" sz="22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 </a:t>
            </a:r>
            <a:r>
              <a:rPr lang="es-MX" sz="2200">
                <a:solidFill>
                  <a:srgbClr val="C9F296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open</a:t>
            </a:r>
            <a:r>
              <a:rPr lang="es-MX" sz="22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(nombre_archivo, modo, encoding='utf-8’)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Arial"/>
              <a:buNone/>
            </a:pPr>
            <a:r>
              <a:rPr lang="es-MX" sz="22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	.</a:t>
            </a:r>
            <a:endParaRPr/>
          </a:p>
        </p:txBody>
      </p:sp>
      <p:pic>
        <p:nvPicPr>
          <p:cNvPr id="568" name="Google Shape;568;p24"/>
          <p:cNvPicPr preferRelativeResize="0"/>
          <p:nvPr/>
        </p:nvPicPr>
        <p:blipFill rotWithShape="1">
          <a:blip r:embed="rId3">
            <a:alphaModFix/>
          </a:blip>
          <a:srcRect b="52140" l="24344" r="33854" t="20095"/>
          <a:stretch/>
        </p:blipFill>
        <p:spPr>
          <a:xfrm>
            <a:off x="6839118" y="2792519"/>
            <a:ext cx="4884496" cy="1824096"/>
          </a:xfrm>
          <a:prstGeom prst="rect">
            <a:avLst/>
          </a:prstGeom>
          <a:noFill/>
          <a:ln>
            <a:noFill/>
          </a:ln>
        </p:spPr>
      </p:pic>
      <p:pic>
        <p:nvPicPr>
          <p:cNvPr id="569" name="Google Shape;569;p24"/>
          <p:cNvPicPr preferRelativeResize="0"/>
          <p:nvPr/>
        </p:nvPicPr>
        <p:blipFill rotWithShape="1">
          <a:blip r:embed="rId3">
            <a:alphaModFix/>
          </a:blip>
          <a:srcRect b="31756" l="24943" r="45164" t="47900"/>
          <a:stretch/>
        </p:blipFill>
        <p:spPr>
          <a:xfrm>
            <a:off x="8304223" y="4988810"/>
            <a:ext cx="3419391" cy="1308406"/>
          </a:xfrm>
          <a:prstGeom prst="rect">
            <a:avLst/>
          </a:prstGeom>
          <a:noFill/>
          <a:ln>
            <a:noFill/>
          </a:ln>
        </p:spPr>
      </p:pic>
      <p:sp>
        <p:nvSpPr>
          <p:cNvPr id="570" name="Google Shape;570;p24"/>
          <p:cNvSpPr txBox="1"/>
          <p:nvPr/>
        </p:nvSpPr>
        <p:spPr>
          <a:xfrm>
            <a:off x="5110655" y="5489974"/>
            <a:ext cx="4271554" cy="1200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s-MX" sz="1800">
                <a:solidFill>
                  <a:srgbClr val="C9F296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#Leer línea por línea)</a:t>
            </a:r>
            <a:r>
              <a:rPr lang="es-MX" sz="1800">
                <a:solidFill>
                  <a:srgbClr val="C9F296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800">
                <a:solidFill>
                  <a:srgbClr val="9098C9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with</a:t>
            </a:r>
            <a:r>
              <a:rPr lang="es-MX" sz="18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 </a:t>
            </a:r>
            <a:r>
              <a:rPr lang="es-MX" sz="1800">
                <a:solidFill>
                  <a:srgbClr val="F78B79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open</a:t>
            </a:r>
            <a:r>
              <a:rPr lang="es-MX" sz="1800">
                <a:solidFill>
                  <a:srgbClr val="FFFF66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('datos.txt', 'r') as f: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800">
                <a:solidFill>
                  <a:srgbClr val="FFFF66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	for linea in f: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800">
                <a:solidFill>
                  <a:srgbClr val="FFFF66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	print(linea.strip())</a:t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4" name="Shape 5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5" name="Google Shape;575;p25"/>
          <p:cNvSpPr txBox="1"/>
          <p:nvPr>
            <p:ph idx="1" type="body"/>
          </p:nvPr>
        </p:nvSpPr>
        <p:spPr>
          <a:xfrm>
            <a:off x="735012" y="725487"/>
            <a:ext cx="5157788" cy="35417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500"/>
              <a:buChar char="•"/>
            </a:pPr>
            <a:r>
              <a:rPr lang="es-MX" sz="2000">
                <a:solidFill>
                  <a:srgbClr val="FFFF00"/>
                </a:solidFill>
              </a:rPr>
              <a:t>Assert()</a:t>
            </a:r>
            <a:r>
              <a:rPr lang="es-MX" sz="2000"/>
              <a:t>: se usa para </a:t>
            </a:r>
            <a:r>
              <a:rPr b="1" lang="es-MX" sz="2000"/>
              <a:t>comprobar que una condición sea verdadera</a:t>
            </a:r>
            <a:r>
              <a:rPr lang="es-MX" sz="2000"/>
              <a:t> durante la ejecución del programa. Si la condición </a:t>
            </a:r>
            <a:r>
              <a:rPr b="1" lang="es-MX" sz="2000"/>
              <a:t>no se cumple</a:t>
            </a:r>
            <a:r>
              <a:rPr lang="es-MX" sz="2000"/>
              <a:t>, Python </a:t>
            </a:r>
            <a:r>
              <a:rPr b="1" lang="es-MX" sz="2000"/>
              <a:t>lanza un error (AssertionError)</a:t>
            </a:r>
            <a:r>
              <a:rPr lang="es-MX" sz="2000"/>
              <a:t> y detiene el programa.</a:t>
            </a:r>
            <a:endParaRPr/>
          </a:p>
          <a:p>
            <a:pPr indent="0" lvl="0" marL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81D319"/>
              </a:buClr>
              <a:buSzPts val="2500"/>
              <a:buNone/>
            </a:pPr>
            <a:r>
              <a:rPr b="1" lang="es-MX" sz="2000">
                <a:solidFill>
                  <a:srgbClr val="81D319"/>
                </a:solidFill>
              </a:rPr>
              <a:t>assert</a:t>
            </a:r>
            <a:r>
              <a:rPr b="1" lang="es-MX" sz="2000"/>
              <a:t> condición, </a:t>
            </a:r>
            <a:r>
              <a:rPr b="1" lang="es-MX" sz="2000">
                <a:solidFill>
                  <a:srgbClr val="4FACF3"/>
                </a:solidFill>
              </a:rPr>
              <a:t>"Mensaje de error opcional"</a:t>
            </a:r>
            <a:endParaRPr/>
          </a:p>
        </p:txBody>
      </p:sp>
      <p:pic>
        <p:nvPicPr>
          <p:cNvPr id="576" name="Google Shape;576;p25"/>
          <p:cNvPicPr preferRelativeResize="0"/>
          <p:nvPr/>
        </p:nvPicPr>
        <p:blipFill rotWithShape="1">
          <a:blip r:embed="rId3">
            <a:alphaModFix/>
          </a:blip>
          <a:srcRect b="25015" l="34918" r="40984" t="62228"/>
          <a:stretch/>
        </p:blipFill>
        <p:spPr>
          <a:xfrm>
            <a:off x="879006" y="3670301"/>
            <a:ext cx="4644959" cy="1382426"/>
          </a:xfrm>
          <a:prstGeom prst="rect">
            <a:avLst/>
          </a:prstGeom>
          <a:noFill/>
          <a:ln>
            <a:noFill/>
          </a:ln>
        </p:spPr>
      </p:pic>
      <p:sp>
        <p:nvSpPr>
          <p:cNvPr id="577" name="Google Shape;577;p25"/>
          <p:cNvSpPr txBox="1"/>
          <p:nvPr/>
        </p:nvSpPr>
        <p:spPr>
          <a:xfrm>
            <a:off x="6617237" y="1126738"/>
            <a:ext cx="5067300" cy="273921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B179"/>
              </a:buClr>
              <a:buSzPts val="2200"/>
              <a:buFont typeface="Arial"/>
              <a:buNone/>
            </a:pPr>
            <a:r>
              <a:rPr b="1" lang="es-MX" sz="2200">
                <a:solidFill>
                  <a:srgbClr val="FEB179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Import</a:t>
            </a:r>
            <a:r>
              <a:rPr lang="es-MX" sz="22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 librery </a:t>
            </a:r>
            <a:r>
              <a:rPr b="1" lang="es-MX" sz="2200">
                <a:solidFill>
                  <a:srgbClr val="FEB179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as</a:t>
            </a:r>
            <a:r>
              <a:rPr lang="es-MX" sz="22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 lib</a:t>
            </a:r>
            <a:endParaRPr sz="22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Arial"/>
              <a:buNone/>
            </a:pPr>
            <a:r>
              <a:t/>
            </a:r>
            <a:endParaRPr sz="22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098C9"/>
              </a:buClr>
              <a:buSzPts val="2200"/>
              <a:buFont typeface="Arial"/>
              <a:buNone/>
            </a:pPr>
            <a:r>
              <a:rPr b="1" lang="es-MX" sz="2200">
                <a:solidFill>
                  <a:srgbClr val="9098C9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help</a:t>
            </a:r>
            <a:r>
              <a:rPr lang="es-MX" sz="22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(función) - documentación</a:t>
            </a:r>
            <a:endParaRPr sz="22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Arial"/>
              <a:buNone/>
            </a:pPr>
            <a:r>
              <a:t/>
            </a:r>
            <a:endParaRPr sz="22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2D050"/>
              </a:buClr>
              <a:buSzPts val="2200"/>
              <a:buFont typeface="Arial"/>
              <a:buNone/>
            </a:pPr>
            <a:r>
              <a:rPr b="1" lang="es-MX" sz="2200">
                <a:solidFill>
                  <a:srgbClr val="92D05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dir</a:t>
            </a:r>
            <a:r>
              <a:rPr lang="es-MX" sz="22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(objeto_opcional) - </a:t>
            </a:r>
            <a:r>
              <a:rPr b="1" lang="es-MX" sz="20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lista de todos los nombres (atributos y métodos)</a:t>
            </a:r>
            <a:r>
              <a:rPr lang="es-MX" sz="20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 disponibles en un objeto.</a:t>
            </a:r>
            <a:endParaRPr sz="22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Arial"/>
              <a:buNone/>
            </a:pPr>
            <a:r>
              <a:t/>
            </a:r>
            <a:endParaRPr sz="22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1" name="Shape 5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2" name="Google Shape;582;p26"/>
          <p:cNvSpPr txBox="1"/>
          <p:nvPr>
            <p:ph idx="1" type="body"/>
          </p:nvPr>
        </p:nvSpPr>
        <p:spPr>
          <a:xfrm>
            <a:off x="1000312" y="124012"/>
            <a:ext cx="5607424" cy="362099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2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78B79"/>
              </a:buClr>
              <a:buSzPct val="125000"/>
              <a:buNone/>
            </a:pPr>
            <a:r>
              <a:rPr lang="es-MX" sz="3000">
                <a:solidFill>
                  <a:srgbClr val="F78B79"/>
                </a:solidFill>
              </a:rPr>
              <a:t>try</a:t>
            </a:r>
            <a:r>
              <a:rPr lang="es-MX" sz="3000"/>
              <a:t>: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ct val="125000"/>
              <a:buNone/>
            </a:pPr>
            <a:r>
              <a:rPr lang="es-MX" sz="2600"/>
              <a:t>	#código a probar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ct val="125000"/>
              <a:buNone/>
            </a:pPr>
            <a:r>
              <a:rPr lang="es-MX" sz="3000"/>
              <a:t>	</a:t>
            </a:r>
            <a:r>
              <a:rPr lang="es-MX" sz="3000">
                <a:solidFill>
                  <a:srgbClr val="F78B79"/>
                </a:solidFill>
              </a:rPr>
              <a:t>raise</a:t>
            </a:r>
            <a:r>
              <a:rPr lang="es-MX" sz="3000"/>
              <a:t>  </a:t>
            </a:r>
            <a:r>
              <a:rPr lang="es-MX" sz="2600"/>
              <a:t>error(“Mensaje”) #Forzar error</a:t>
            </a:r>
            <a:endParaRPr sz="3000"/>
          </a:p>
          <a:p>
            <a:pPr indent="0" lvl="0" marL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F78B79"/>
              </a:buClr>
              <a:buSzPct val="125000"/>
              <a:buNone/>
            </a:pPr>
            <a:r>
              <a:rPr lang="es-MX" sz="3000">
                <a:solidFill>
                  <a:srgbClr val="F78B79"/>
                </a:solidFill>
              </a:rPr>
              <a:t>except</a:t>
            </a:r>
            <a:r>
              <a:rPr lang="es-MX" sz="3000"/>
              <a:t> </a:t>
            </a:r>
            <a:r>
              <a:rPr lang="es-MX" sz="2600"/>
              <a:t>#Tipo de error: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ct val="125000"/>
              <a:buNone/>
            </a:pPr>
            <a:r>
              <a:rPr lang="es-MX" sz="3000"/>
              <a:t>	</a:t>
            </a:r>
            <a:r>
              <a:rPr lang="es-MX" sz="2600"/>
              <a:t>#que mostrar como error</a:t>
            </a:r>
            <a:endParaRPr sz="3000"/>
          </a:p>
          <a:p>
            <a:pPr indent="0" lvl="0" marL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F78B79"/>
              </a:buClr>
              <a:buSzPct val="125000"/>
              <a:buNone/>
            </a:pPr>
            <a:r>
              <a:rPr lang="es-MX" sz="3000">
                <a:solidFill>
                  <a:srgbClr val="F78B79"/>
                </a:solidFill>
              </a:rPr>
              <a:t>else</a:t>
            </a:r>
            <a:r>
              <a:rPr lang="es-MX" sz="3000"/>
              <a:t>: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ct val="125000"/>
              <a:buNone/>
            </a:pPr>
            <a:r>
              <a:rPr lang="es-MX" sz="3000"/>
              <a:t>	</a:t>
            </a:r>
            <a:r>
              <a:rPr lang="es-MX" sz="2600"/>
              <a:t>#funciono</a:t>
            </a:r>
            <a:endParaRPr sz="3000"/>
          </a:p>
          <a:p>
            <a:pPr indent="0" lvl="0" marL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F78B79"/>
              </a:buClr>
              <a:buSzPct val="125000"/>
              <a:buNone/>
            </a:pPr>
            <a:r>
              <a:rPr lang="es-MX" sz="3000">
                <a:solidFill>
                  <a:srgbClr val="F78B79"/>
                </a:solidFill>
              </a:rPr>
              <a:t>finally</a:t>
            </a:r>
            <a:r>
              <a:rPr lang="es-MX" sz="3000"/>
              <a:t>: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ct val="125000"/>
              <a:buNone/>
            </a:pPr>
            <a:r>
              <a:rPr lang="es-MX" sz="3000"/>
              <a:t>	</a:t>
            </a:r>
            <a:r>
              <a:rPr lang="es-MX" sz="2600"/>
              <a:t># mostrar</a:t>
            </a:r>
            <a:endParaRPr sz="3000"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ct val="125000"/>
              <a:buNone/>
            </a:pPr>
            <a:r>
              <a:t/>
            </a:r>
            <a:endParaRPr sz="2000"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ct val="125000"/>
              <a:buNone/>
            </a:pPr>
            <a:r>
              <a:t/>
            </a:r>
            <a:endParaRPr sz="2000"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ct val="125000"/>
              <a:buNone/>
            </a:pPr>
            <a:r>
              <a:t/>
            </a:r>
            <a:endParaRPr sz="2000"/>
          </a:p>
        </p:txBody>
      </p:sp>
      <p:sp>
        <p:nvSpPr>
          <p:cNvPr id="583" name="Google Shape;583;p26"/>
          <p:cNvSpPr txBox="1"/>
          <p:nvPr/>
        </p:nvSpPr>
        <p:spPr>
          <a:xfrm>
            <a:off x="6515100" y="316006"/>
            <a:ext cx="5346700" cy="62259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70000" lnSpcReduction="20000"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FACF3"/>
              </a:buClr>
              <a:buSzPct val="125000"/>
              <a:buFont typeface="Arial"/>
              <a:buNone/>
            </a:pPr>
            <a:r>
              <a:rPr b="0" i="0" lang="es-MX" sz="2900">
                <a:solidFill>
                  <a:srgbClr val="4FACF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Los principales excepciones</a:t>
            </a:r>
            <a:endParaRPr/>
          </a:p>
          <a:p>
            <a:pPr indent="-228600" lvl="0" marL="228600" marR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FFFF00"/>
              </a:buClr>
              <a:buSzPct val="125000"/>
              <a:buFont typeface="Arial"/>
              <a:buChar char="•"/>
            </a:pPr>
            <a:r>
              <a:rPr b="0" i="0" lang="es-MX" sz="2400">
                <a:solidFill>
                  <a:srgbClr val="FFFF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TypeError : </a:t>
            </a:r>
            <a:r>
              <a:rPr b="0" i="0" lang="es-MX" sz="24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Ocurre cuando se aplica una operación o función a un dato del tipo inapropiado.</a:t>
            </a:r>
            <a:endParaRPr/>
          </a:p>
          <a:p>
            <a:pPr indent="-228600" lvl="0" marL="228600" marR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FFFF00"/>
              </a:buClr>
              <a:buSzPct val="125000"/>
              <a:buFont typeface="Arial"/>
              <a:buChar char="•"/>
            </a:pPr>
            <a:r>
              <a:rPr b="0" i="0" lang="es-MX" sz="2400">
                <a:solidFill>
                  <a:srgbClr val="FFFF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ZeroDivisionError : </a:t>
            </a:r>
            <a:r>
              <a:rPr b="0" i="0" lang="es-MX" sz="24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Ocurre cuando se itenta dividir por cero.</a:t>
            </a:r>
            <a:endParaRPr/>
          </a:p>
          <a:p>
            <a:pPr indent="-228600" lvl="0" marL="228600" marR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FFFF00"/>
              </a:buClr>
              <a:buSzPct val="125000"/>
              <a:buFont typeface="Arial"/>
              <a:buChar char="•"/>
            </a:pPr>
            <a:r>
              <a:rPr b="0" i="0" lang="es-MX" sz="2400">
                <a:solidFill>
                  <a:srgbClr val="FFFF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OverflowError : </a:t>
            </a:r>
            <a:r>
              <a:rPr b="0" i="0" lang="es-MX" sz="24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Ocurre cuando un cálculo excede el límite para un tipo de dato numérico.</a:t>
            </a:r>
            <a:endParaRPr/>
          </a:p>
          <a:p>
            <a:pPr indent="-228600" lvl="0" marL="228600" marR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FFFF00"/>
              </a:buClr>
              <a:buSzPct val="125000"/>
              <a:buFont typeface="Arial"/>
              <a:buChar char="•"/>
            </a:pPr>
            <a:r>
              <a:rPr b="0" i="0" lang="es-MX" sz="2400">
                <a:solidFill>
                  <a:srgbClr val="FFFF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IndexError : </a:t>
            </a:r>
            <a:r>
              <a:rPr b="0" i="0" lang="es-MX" sz="24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Ocurre cuando se intenta acceder a una secuencia con un índice que no existe</a:t>
            </a:r>
            <a:r>
              <a:rPr b="0" i="0" lang="es-MX" sz="2400">
                <a:solidFill>
                  <a:srgbClr val="FFFF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.</a:t>
            </a:r>
            <a:endParaRPr/>
          </a:p>
          <a:p>
            <a:pPr indent="-228600" lvl="0" marL="228600" marR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FFFF00"/>
              </a:buClr>
              <a:buSzPct val="125000"/>
              <a:buFont typeface="Arial"/>
              <a:buChar char="•"/>
            </a:pPr>
            <a:r>
              <a:rPr b="0" i="0" lang="es-MX" sz="2400">
                <a:solidFill>
                  <a:srgbClr val="FFFF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KeyError : </a:t>
            </a:r>
            <a:r>
              <a:rPr b="0" i="0" lang="es-MX" sz="24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Ocurre cuando se intenta acceder a un diccionario con una clave que no existe.</a:t>
            </a:r>
            <a:endParaRPr/>
          </a:p>
          <a:p>
            <a:pPr indent="-228600" lvl="0" marL="228600" marR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FFFF00"/>
              </a:buClr>
              <a:buSzPct val="125000"/>
              <a:buFont typeface="Arial"/>
              <a:buChar char="•"/>
            </a:pPr>
            <a:r>
              <a:rPr b="0" i="0" lang="es-MX" sz="2400">
                <a:solidFill>
                  <a:srgbClr val="FFFF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FileNotFoundError : </a:t>
            </a:r>
            <a:r>
              <a:rPr b="0" i="0" lang="es-MX" sz="24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Ocurre cuando se intenta acceder a un fichero que no existe en la ruta indicada.</a:t>
            </a:r>
            <a:endParaRPr/>
          </a:p>
          <a:p>
            <a:pPr indent="-228600" lvl="0" marL="228600" marR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FFFF00"/>
              </a:buClr>
              <a:buSzPct val="125000"/>
              <a:buFont typeface="Arial"/>
              <a:buChar char="•"/>
            </a:pPr>
            <a:r>
              <a:rPr b="0" i="0" lang="es-MX" sz="2400">
                <a:solidFill>
                  <a:srgbClr val="FFFF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ImportError : </a:t>
            </a:r>
            <a:r>
              <a:rPr b="0" i="0" lang="es-MX" sz="24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Ocurre cuando falla la importación de un módulo.</a:t>
            </a:r>
            <a:endParaRPr/>
          </a:p>
          <a:p>
            <a:pPr indent="-228600" lvl="0" marL="228600" marR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FFFF00"/>
              </a:buClr>
              <a:buSzPct val="125000"/>
              <a:buFont typeface="Arial"/>
              <a:buChar char="•"/>
            </a:pPr>
            <a:r>
              <a:rPr lang="es-MX" sz="2400">
                <a:solidFill>
                  <a:srgbClr val="FFFF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ValueError: </a:t>
            </a:r>
            <a:r>
              <a:rPr lang="es-MX" sz="24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Una función o una operación recibe el tipo de dato correcto, pero con un valor inapropiado que no puede manejar</a:t>
            </a:r>
            <a:endParaRPr/>
          </a:p>
          <a:p>
            <a:pPr indent="-95250" lvl="0" marL="228600" marR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ct val="125000"/>
              <a:buFont typeface="Arial"/>
              <a:buNone/>
            </a:pPr>
            <a:r>
              <a:t/>
            </a:r>
            <a:endParaRPr b="0" i="0" sz="2400">
              <a:solidFill>
                <a:srgbClr val="FFFF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ct val="125000"/>
              <a:buFont typeface="Arial"/>
              <a:buNone/>
            </a:pPr>
            <a:r>
              <a:t/>
            </a:r>
            <a:endParaRPr sz="2400">
              <a:solidFill>
                <a:srgbClr val="FFFF00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ct val="125000"/>
              <a:buFont typeface="Arial"/>
              <a:buNone/>
            </a:pPr>
            <a:r>
              <a:t/>
            </a:r>
            <a:endParaRPr sz="2400">
              <a:solidFill>
                <a:srgbClr val="FFFF00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ct val="125000"/>
              <a:buFont typeface="Arial"/>
              <a:buNone/>
            </a:pPr>
            <a:r>
              <a:t/>
            </a:r>
            <a:endParaRPr sz="2400">
              <a:solidFill>
                <a:srgbClr val="FFFF00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584" name="Google Shape;584;p26"/>
          <p:cNvSpPr txBox="1"/>
          <p:nvPr/>
        </p:nvSpPr>
        <p:spPr>
          <a:xfrm>
            <a:off x="2246780" y="3745006"/>
            <a:ext cx="3901888" cy="311299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70000" lnSpcReduction="20000"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9EE0F7"/>
              </a:buClr>
              <a:buSzPct val="125000"/>
              <a:buFont typeface="Arial"/>
              <a:buNone/>
            </a:pPr>
            <a:r>
              <a:rPr lang="es-MX" sz="2400">
                <a:solidFill>
                  <a:srgbClr val="9EE0F7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try:</a:t>
            </a:r>
            <a:endParaRPr/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9EE0F7"/>
              </a:buClr>
              <a:buSzPct val="125000"/>
              <a:buFont typeface="Arial"/>
              <a:buNone/>
            </a:pPr>
            <a:r>
              <a:rPr lang="es-MX" sz="2400">
                <a:solidFill>
                  <a:srgbClr val="9EE0F7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  n=int(input("Escribe un numero: "))</a:t>
            </a:r>
            <a:endParaRPr/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9EE0F7"/>
              </a:buClr>
              <a:buSzPct val="125000"/>
              <a:buFont typeface="Arial"/>
              <a:buNone/>
            </a:pPr>
            <a:r>
              <a:rPr lang="es-MX" sz="2400">
                <a:solidFill>
                  <a:srgbClr val="9EE0F7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  t=2/n</a:t>
            </a:r>
            <a:endParaRPr/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9EE0F7"/>
              </a:buClr>
              <a:buSzPct val="125000"/>
              <a:buFont typeface="Arial"/>
              <a:buNone/>
            </a:pPr>
            <a:r>
              <a:rPr lang="es-MX" sz="2400">
                <a:solidFill>
                  <a:srgbClr val="9EE0F7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except ZeroDivisionError:</a:t>
            </a:r>
            <a:endParaRPr/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9EE0F7"/>
              </a:buClr>
              <a:buSzPct val="125000"/>
              <a:buFont typeface="Arial"/>
              <a:buNone/>
            </a:pPr>
            <a:r>
              <a:rPr lang="es-MX" sz="2400">
                <a:solidFill>
                  <a:srgbClr val="9EE0F7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  print("No se puede dividir entre cero")</a:t>
            </a:r>
            <a:endParaRPr/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9EE0F7"/>
              </a:buClr>
              <a:buSzPct val="125000"/>
              <a:buFont typeface="Arial"/>
              <a:buNone/>
            </a:pPr>
            <a:r>
              <a:rPr lang="es-MX" sz="2400">
                <a:solidFill>
                  <a:srgbClr val="9EE0F7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except ValueError:</a:t>
            </a:r>
            <a:endParaRPr/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9EE0F7"/>
              </a:buClr>
              <a:buSzPct val="125000"/>
              <a:buFont typeface="Arial"/>
              <a:buNone/>
            </a:pPr>
            <a:r>
              <a:rPr lang="es-MX" sz="2400">
                <a:solidFill>
                  <a:srgbClr val="9EE0F7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  print("Escribe un numero por favor ")</a:t>
            </a:r>
            <a:endParaRPr/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9EE0F7"/>
              </a:buClr>
              <a:buSzPct val="125000"/>
              <a:buFont typeface="Arial"/>
              <a:buNone/>
            </a:pPr>
            <a:r>
              <a:rPr lang="es-MX" sz="2400">
                <a:solidFill>
                  <a:srgbClr val="9EE0F7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else:</a:t>
            </a:r>
            <a:endParaRPr/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9EE0F7"/>
              </a:buClr>
              <a:buSzPct val="125000"/>
              <a:buFont typeface="Arial"/>
              <a:buNone/>
            </a:pPr>
            <a:r>
              <a:rPr lang="es-MX" sz="2400">
                <a:solidFill>
                  <a:srgbClr val="9EE0F7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  print("El resultado es: ",n)</a:t>
            </a:r>
            <a:endParaRPr/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9EE0F7"/>
              </a:buClr>
              <a:buSzPct val="125000"/>
              <a:buFont typeface="Arial"/>
              <a:buNone/>
            </a:pPr>
            <a:r>
              <a:rPr lang="es-MX" sz="2400">
                <a:solidFill>
                  <a:srgbClr val="9EE0F7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finally:</a:t>
            </a:r>
            <a:endParaRPr/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9EE0F7"/>
              </a:buClr>
              <a:buSzPct val="125000"/>
              <a:buFont typeface="Arial"/>
              <a:buNone/>
            </a:pPr>
            <a:r>
              <a:rPr lang="es-MX" sz="2400">
                <a:solidFill>
                  <a:srgbClr val="9EE0F7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  print("Fin del programa")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ct val="125000"/>
              <a:buFont typeface="Arial"/>
              <a:buNone/>
            </a:pPr>
            <a:r>
              <a:t/>
            </a:r>
            <a:endParaRPr sz="20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ct val="125000"/>
              <a:buFont typeface="Arial"/>
              <a:buNone/>
            </a:pPr>
            <a:r>
              <a:t/>
            </a:r>
            <a:endParaRPr sz="20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ct val="125000"/>
              <a:buFont typeface="Arial"/>
              <a:buNone/>
            </a:pPr>
            <a:r>
              <a:t/>
            </a:r>
            <a:endParaRPr sz="20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8" name="Shape 5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9" name="Google Shape;589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0649" y="371444"/>
            <a:ext cx="11110701" cy="2925424"/>
          </a:xfrm>
          <a:prstGeom prst="rect">
            <a:avLst/>
          </a:prstGeom>
          <a:noFill/>
          <a:ln>
            <a:noFill/>
          </a:ln>
        </p:spPr>
      </p:pic>
      <p:sp>
        <p:nvSpPr>
          <p:cNvPr id="590" name="Google Shape;590;p27"/>
          <p:cNvSpPr txBox="1"/>
          <p:nvPr/>
        </p:nvSpPr>
        <p:spPr>
          <a:xfrm>
            <a:off x="1257299" y="3769479"/>
            <a:ext cx="9677400" cy="286232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MX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Python es un lenguaje de programación interpretado, orientado a objetos de alto nivel y con semántica dinámica.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MX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La simplicidad de Python reduce el mantenimiento de un programa. Python soporta bibliotecas y módulos, lo que fomenta la programación modular y la reutilización del código.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MX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Es uno de los lenguajes que más ha crecido debido a su compatibilidad (se ejecuta en la mayoría de los sistemas operativos) y la capacidad de soportar otros lenguajes. Aplicaciones que vemos a diario como Dropbox, Reddit e Instagram están escritas en Python.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MX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Python también es el lenguaje más popular para análisis de datos y conquistó a la comunidad científica.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4" name="Shape 5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5" name="Google Shape;595;p28"/>
          <p:cNvSpPr txBox="1"/>
          <p:nvPr>
            <p:ph idx="1" type="body"/>
          </p:nvPr>
        </p:nvSpPr>
        <p:spPr>
          <a:xfrm>
            <a:off x="1023427" y="-1"/>
            <a:ext cx="5072574" cy="44540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</a:pPr>
            <a:r>
              <a:rPr lang="es-MX"/>
              <a:t>Librería Matplotlib</a:t>
            </a:r>
            <a:endParaRPr/>
          </a:p>
          <a:p>
            <a:pPr indent="-228600" lvl="0" marL="2286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C586C0"/>
              </a:buClr>
              <a:buSzPts val="2250"/>
              <a:buChar char="•"/>
            </a:pPr>
            <a:r>
              <a:rPr b="0" lang="es-MX" sz="1800">
                <a:solidFill>
                  <a:srgbClr val="C586C0"/>
                </a:solidFill>
                <a:latin typeface="Courier New"/>
                <a:ea typeface="Courier New"/>
                <a:cs typeface="Courier New"/>
                <a:sym typeface="Courier New"/>
              </a:rPr>
              <a:t>import</a:t>
            </a:r>
            <a:r>
              <a:rPr b="0" lang="es-MX" sz="18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 matplotlib.pyplot </a:t>
            </a:r>
            <a:r>
              <a:rPr b="0" lang="es-MX" sz="1800">
                <a:solidFill>
                  <a:srgbClr val="C586C0"/>
                </a:solidFill>
                <a:latin typeface="Courier New"/>
                <a:ea typeface="Courier New"/>
                <a:cs typeface="Courier New"/>
                <a:sym typeface="Courier New"/>
              </a:rPr>
              <a:t>as</a:t>
            </a:r>
            <a:r>
              <a:rPr b="0" lang="es-MX" sz="18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 plt</a:t>
            </a:r>
            <a:endParaRPr b="0" sz="1800">
              <a:solidFill>
                <a:srgbClr val="D4D4D4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28600" lvl="0" marL="2286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D4D4D4"/>
              </a:buClr>
              <a:buSzPts val="2250"/>
              <a:buChar char="•"/>
            </a:pPr>
            <a:r>
              <a:rPr b="0" lang="es-MX" sz="18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plt.plot</a:t>
            </a:r>
            <a:r>
              <a:rPr b="0" lang="es-MX" sz="1800">
                <a:solidFill>
                  <a:srgbClr val="DCDCDC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b="0" lang="es-MX" sz="18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x</a:t>
            </a:r>
            <a:r>
              <a:rPr b="0" lang="es-MX" sz="1800">
                <a:solidFill>
                  <a:srgbClr val="DCDCDC"/>
                </a:solidFill>
                <a:latin typeface="Courier New"/>
                <a:ea typeface="Courier New"/>
                <a:cs typeface="Courier New"/>
                <a:sym typeface="Courier New"/>
              </a:rPr>
              <a:t>,</a:t>
            </a:r>
            <a:r>
              <a:rPr b="0" lang="es-MX" sz="18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notas</a:t>
            </a:r>
            <a:r>
              <a:rPr b="0" lang="es-MX" sz="1800">
                <a:solidFill>
                  <a:srgbClr val="DCDCDC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b="0" sz="1800">
              <a:solidFill>
                <a:srgbClr val="D4D4D4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28600" lvl="0" marL="2286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D4D4D4"/>
              </a:buClr>
              <a:buSzPts val="2250"/>
              <a:buChar char="•"/>
            </a:pPr>
            <a:r>
              <a:rPr b="0" lang="es-MX" sz="18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plt.title</a:t>
            </a:r>
            <a:r>
              <a:rPr b="0" lang="es-MX" sz="1800">
                <a:solidFill>
                  <a:srgbClr val="DCDCDC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b="0" lang="es-MX" sz="1800">
                <a:solidFill>
                  <a:srgbClr val="CE9178"/>
                </a:solidFill>
                <a:latin typeface="Courier New"/>
                <a:ea typeface="Courier New"/>
                <a:cs typeface="Courier New"/>
                <a:sym typeface="Courier New"/>
              </a:rPr>
              <a:t>"Grafica de Asistencia"</a:t>
            </a:r>
            <a:r>
              <a:rPr b="0" lang="es-MX" sz="1800">
                <a:solidFill>
                  <a:srgbClr val="DCDCDC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b="0" sz="1800">
              <a:solidFill>
                <a:srgbClr val="D4D4D4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28600" lvl="0" marL="2286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D4D4D4"/>
              </a:buClr>
              <a:buSzPts val="2250"/>
              <a:buChar char="•"/>
            </a:pPr>
            <a:r>
              <a:rPr b="0" lang="es-MX" sz="18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plt.xlabel</a:t>
            </a:r>
            <a:r>
              <a:rPr b="0" lang="es-MX" sz="1800">
                <a:solidFill>
                  <a:srgbClr val="DCDCDC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b="0" lang="es-MX" sz="1800">
                <a:solidFill>
                  <a:srgbClr val="CE9178"/>
                </a:solidFill>
                <a:latin typeface="Courier New"/>
                <a:ea typeface="Courier New"/>
                <a:cs typeface="Courier New"/>
                <a:sym typeface="Courier New"/>
              </a:rPr>
              <a:t>"mes"</a:t>
            </a:r>
            <a:r>
              <a:rPr b="0" lang="es-MX" sz="1800">
                <a:solidFill>
                  <a:srgbClr val="DCDCDC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b="0" sz="1800">
              <a:solidFill>
                <a:srgbClr val="D4D4D4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28600" lvl="0" marL="2286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D4D4D4"/>
              </a:buClr>
              <a:buSzPts val="2250"/>
              <a:buChar char="•"/>
            </a:pPr>
            <a:r>
              <a:rPr b="0" lang="es-MX" sz="18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plt.ylabel</a:t>
            </a:r>
            <a:r>
              <a:rPr b="0" lang="es-MX" sz="1800">
                <a:solidFill>
                  <a:srgbClr val="DCDCDC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b="0" lang="es-MX" sz="1800">
                <a:solidFill>
                  <a:srgbClr val="CE9178"/>
                </a:solidFill>
                <a:latin typeface="Courier New"/>
                <a:ea typeface="Courier New"/>
                <a:cs typeface="Courier New"/>
                <a:sym typeface="Courier New"/>
              </a:rPr>
              <a:t>"inasistencias"</a:t>
            </a:r>
            <a:r>
              <a:rPr b="0" lang="es-MX" sz="1800">
                <a:solidFill>
                  <a:srgbClr val="DCDCDC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b="0" sz="1800">
              <a:solidFill>
                <a:srgbClr val="D4D4D4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28600" lvl="0" marL="2286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D4D4D4"/>
              </a:buClr>
              <a:buSzPts val="2250"/>
              <a:buChar char="•"/>
            </a:pPr>
            <a:r>
              <a:rPr b="0" lang="es-MX" sz="18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plt.show</a:t>
            </a:r>
            <a:r>
              <a:rPr b="0" lang="es-MX" sz="1800">
                <a:solidFill>
                  <a:srgbClr val="DCDCDC"/>
                </a:solidFill>
                <a:latin typeface="Courier New"/>
                <a:ea typeface="Courier New"/>
                <a:cs typeface="Courier New"/>
                <a:sym typeface="Courier New"/>
              </a:rPr>
              <a:t>()</a:t>
            </a:r>
            <a:endParaRPr b="0" sz="1800">
              <a:solidFill>
                <a:srgbClr val="D4D4D4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38100" lvl="0" marL="2286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</a:pPr>
            <a:r>
              <a:t/>
            </a:r>
            <a:endParaRPr/>
          </a:p>
        </p:txBody>
      </p:sp>
      <p:pic>
        <p:nvPicPr>
          <p:cNvPr id="596" name="Google Shape;596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79870" y="3429000"/>
            <a:ext cx="3867457" cy="3176341"/>
          </a:xfrm>
          <a:prstGeom prst="rect">
            <a:avLst/>
          </a:prstGeom>
          <a:noFill/>
          <a:ln>
            <a:noFill/>
          </a:ln>
        </p:spPr>
      </p:pic>
      <p:pic>
        <p:nvPicPr>
          <p:cNvPr id="597" name="Google Shape;597;p28"/>
          <p:cNvPicPr preferRelativeResize="0"/>
          <p:nvPr/>
        </p:nvPicPr>
        <p:blipFill rotWithShape="1">
          <a:blip r:embed="rId4">
            <a:alphaModFix/>
          </a:blip>
          <a:srcRect b="26273" l="62898" r="17330" t="17894"/>
          <a:stretch/>
        </p:blipFill>
        <p:spPr>
          <a:xfrm>
            <a:off x="6370432" y="1620387"/>
            <a:ext cx="5493718" cy="498495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1" name="Shape 6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Texto&#10;&#10;El contenido generado por IA puede ser incorrecto." id="602" name="Google Shape;602;p29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50560" l="0" r="0" t="2116"/>
          <a:stretch/>
        </p:blipFill>
        <p:spPr>
          <a:xfrm>
            <a:off x="1087333" y="0"/>
            <a:ext cx="10017334" cy="685642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6" name="Shape 6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Texto&#10;&#10;El contenido generado por IA puede ser incorrecto." id="607" name="Google Shape;607;p30"/>
          <p:cNvPicPr preferRelativeResize="0"/>
          <p:nvPr/>
        </p:nvPicPr>
        <p:blipFill rotWithShape="1">
          <a:blip r:embed="rId3">
            <a:alphaModFix/>
          </a:blip>
          <a:srcRect b="2295" l="0" r="0" t="49018"/>
          <a:stretch/>
        </p:blipFill>
        <p:spPr>
          <a:xfrm>
            <a:off x="1233934" y="0"/>
            <a:ext cx="9724132" cy="684752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1" name="Shape 6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2" name="Google Shape;612;p31"/>
          <p:cNvSpPr txBox="1"/>
          <p:nvPr>
            <p:ph idx="1" type="body"/>
          </p:nvPr>
        </p:nvSpPr>
        <p:spPr>
          <a:xfrm>
            <a:off x="912812" y="527843"/>
            <a:ext cx="5310188" cy="60563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85000" lnSpcReduction="10000"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25000"/>
              <a:buNone/>
            </a:pPr>
            <a:r>
              <a:rPr lang="es-MX" sz="1800"/>
              <a:t>pip install nombre_paquete</a:t>
            </a:r>
            <a:endParaRPr sz="1800"/>
          </a:p>
          <a:p>
            <a:pPr indent="0" lvl="0" marL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ct val="125000"/>
              <a:buNone/>
            </a:pPr>
            <a:r>
              <a:rPr lang="es-MX" sz="1800"/>
              <a:t>pip install nombre_paquete==1.2.3  # versión específica</a:t>
            </a:r>
            <a:endParaRPr/>
          </a:p>
          <a:p>
            <a:pPr indent="0" lvl="0" marL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ct val="125000"/>
              <a:buNone/>
            </a:pPr>
            <a:r>
              <a:rPr lang="es-MX" sz="1800"/>
              <a:t>pip install paquete1 paquete2 paquete3  # múltiples paquetes</a:t>
            </a:r>
            <a:endParaRPr/>
          </a:p>
          <a:p>
            <a:pPr indent="0" lvl="0" marL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ct val="125000"/>
              <a:buNone/>
            </a:pPr>
            <a:r>
              <a:rPr lang="es-MX" sz="1800"/>
              <a:t>pip install -r requirements.txt  # desde archivo</a:t>
            </a:r>
            <a:endParaRPr/>
          </a:p>
          <a:p>
            <a:pPr indent="0" lvl="0" marL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ct val="125000"/>
              <a:buNone/>
            </a:pPr>
            <a:r>
              <a:t/>
            </a:r>
            <a:endParaRPr sz="1800"/>
          </a:p>
          <a:p>
            <a:pPr indent="0" lvl="0" marL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ct val="125000"/>
              <a:buNone/>
            </a:pPr>
            <a:r>
              <a:t/>
            </a:r>
            <a:endParaRPr sz="1800"/>
          </a:p>
          <a:p>
            <a:pPr indent="0" lvl="0" marL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ct val="125000"/>
              <a:buNone/>
            </a:pPr>
            <a:r>
              <a:rPr lang="es-MX" sz="1800"/>
              <a:t># Ver si tenés Jupyter Notebook</a:t>
            </a:r>
            <a:endParaRPr/>
          </a:p>
          <a:p>
            <a:pPr indent="0" lvl="0" marL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rgbClr val="C9F296"/>
              </a:buClr>
              <a:buSzPct val="125000"/>
              <a:buNone/>
            </a:pPr>
            <a:r>
              <a:rPr lang="es-MX" sz="1800">
                <a:solidFill>
                  <a:srgbClr val="C9F296"/>
                </a:solidFill>
              </a:rPr>
              <a:t>jupyter notebook --version</a:t>
            </a:r>
            <a:endParaRPr sz="1800">
              <a:solidFill>
                <a:srgbClr val="C9F296"/>
              </a:solidFill>
            </a:endParaRPr>
          </a:p>
          <a:p>
            <a:pPr indent="0" lvl="0" marL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ct val="125000"/>
              <a:buNone/>
            </a:pPr>
            <a:r>
              <a:t/>
            </a:r>
            <a:endParaRPr sz="1800"/>
          </a:p>
          <a:p>
            <a:pPr indent="0" lvl="0" marL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ct val="125000"/>
              <a:buNone/>
            </a:pPr>
            <a:r>
              <a:rPr lang="es-MX" sz="1800"/>
              <a:t># O también podés probar</a:t>
            </a:r>
            <a:endParaRPr/>
          </a:p>
          <a:p>
            <a:pPr indent="0" lvl="0" marL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rgbClr val="C9F296"/>
              </a:buClr>
              <a:buSzPct val="125000"/>
              <a:buNone/>
            </a:pPr>
            <a:r>
              <a:rPr lang="es-MX" sz="1800">
                <a:solidFill>
                  <a:srgbClr val="C9F296"/>
                </a:solidFill>
              </a:rPr>
              <a:t>jupyter --version</a:t>
            </a:r>
            <a:endParaRPr sz="1800">
              <a:solidFill>
                <a:srgbClr val="C9F296"/>
              </a:solidFill>
            </a:endParaRPr>
          </a:p>
          <a:p>
            <a:pPr indent="0" lvl="0" marL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ct val="125000"/>
              <a:buNone/>
            </a:pPr>
            <a:r>
              <a:t/>
            </a:r>
            <a:endParaRPr sz="1800"/>
          </a:p>
          <a:p>
            <a:pPr indent="0" lvl="0" marL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ct val="125000"/>
              <a:buNone/>
            </a:pPr>
            <a:r>
              <a:rPr lang="es-MX" sz="1800"/>
              <a:t># Ver todas las librerías instaladas</a:t>
            </a:r>
            <a:endParaRPr/>
          </a:p>
          <a:p>
            <a:pPr indent="0" lvl="0" marL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rgbClr val="C9F296"/>
              </a:buClr>
              <a:buSzPct val="125000"/>
              <a:buNone/>
            </a:pPr>
            <a:r>
              <a:rPr lang="es-MX" sz="1800">
                <a:solidFill>
                  <a:srgbClr val="C9F296"/>
                </a:solidFill>
              </a:rPr>
              <a:t>pip list</a:t>
            </a:r>
            <a:endParaRPr sz="1800">
              <a:solidFill>
                <a:srgbClr val="C9F296"/>
              </a:solidFill>
            </a:endParaRPr>
          </a:p>
          <a:p>
            <a:pPr indent="0" lvl="0" marL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ct val="125000"/>
              <a:buNone/>
            </a:pPr>
            <a:r>
              <a:t/>
            </a:r>
            <a:endParaRPr sz="1800">
              <a:solidFill>
                <a:srgbClr val="C9F296"/>
              </a:solidFill>
            </a:endParaRPr>
          </a:p>
          <a:p>
            <a:pPr indent="0" lvl="0" marL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rgbClr val="C9F296"/>
              </a:buClr>
              <a:buSzPct val="125000"/>
              <a:buNone/>
            </a:pPr>
            <a:r>
              <a:rPr lang="es-MX" sz="1800">
                <a:solidFill>
                  <a:srgbClr val="C9F296"/>
                </a:solidFill>
              </a:rPr>
              <a:t>pip install notebook</a:t>
            </a:r>
            <a:endParaRPr/>
          </a:p>
          <a:p>
            <a:pPr indent="0" lvl="0" marL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rgbClr val="C9F296"/>
              </a:buClr>
              <a:buSzPct val="125000"/>
              <a:buNone/>
            </a:pPr>
            <a:r>
              <a:rPr lang="es-MX" sz="1800">
                <a:solidFill>
                  <a:srgbClr val="C9F296"/>
                </a:solidFill>
              </a:rPr>
              <a:t>pip install opencv-Python</a:t>
            </a:r>
            <a:endParaRPr/>
          </a:p>
          <a:p>
            <a:pPr indent="0" lvl="0" marL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rgbClr val="C9F296"/>
              </a:buClr>
              <a:buSzPct val="125000"/>
              <a:buNone/>
            </a:pPr>
            <a:r>
              <a:rPr lang="es-MX" sz="1800">
                <a:solidFill>
                  <a:srgbClr val="C9F296"/>
                </a:solidFill>
              </a:rPr>
              <a:t># versión completa</a:t>
            </a:r>
            <a:endParaRPr/>
          </a:p>
          <a:p>
            <a:pPr indent="0" lvl="0" marL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rgbClr val="C9F296"/>
              </a:buClr>
              <a:buSzPct val="125000"/>
              <a:buNone/>
            </a:pPr>
            <a:r>
              <a:rPr lang="es-MX" sz="1800">
                <a:solidFill>
                  <a:srgbClr val="C9F296"/>
                </a:solidFill>
              </a:rPr>
              <a:t>pip install opencv-contrib-Python</a:t>
            </a:r>
            <a:endParaRPr/>
          </a:p>
          <a:p>
            <a:pPr indent="0" lvl="0" marL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rgbClr val="C9F296"/>
              </a:buClr>
              <a:buSzPct val="125000"/>
              <a:buNone/>
            </a:pPr>
            <a:r>
              <a:rPr lang="es-MX" sz="1800">
                <a:solidFill>
                  <a:srgbClr val="C9F296"/>
                </a:solidFill>
              </a:rPr>
              <a:t>#se isntalo bien?</a:t>
            </a:r>
            <a:endParaRPr/>
          </a:p>
          <a:p>
            <a:pPr indent="0" lvl="0" marL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rgbClr val="C9F296"/>
              </a:buClr>
              <a:buSzPct val="125000"/>
              <a:buNone/>
            </a:pPr>
            <a:r>
              <a:rPr lang="es-MX" sz="1800">
                <a:solidFill>
                  <a:srgbClr val="C9F296"/>
                </a:solidFill>
              </a:rPr>
              <a:t>pip show opencv-python</a:t>
            </a:r>
            <a:endParaRPr sz="1800">
              <a:solidFill>
                <a:srgbClr val="C9F296"/>
              </a:solidFill>
            </a:endParaRPr>
          </a:p>
        </p:txBody>
      </p:sp>
      <p:sp>
        <p:nvSpPr>
          <p:cNvPr id="613" name="Google Shape;613;p31"/>
          <p:cNvSpPr txBox="1"/>
          <p:nvPr/>
        </p:nvSpPr>
        <p:spPr>
          <a:xfrm>
            <a:off x="7543800" y="400843"/>
            <a:ext cx="4154488" cy="60563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50"/>
              <a:buFont typeface="Arial"/>
              <a:buNone/>
            </a:pPr>
            <a:r>
              <a:rPr lang="es-MX" sz="18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querés buscar algo específico</a:t>
            </a:r>
            <a:endParaRPr/>
          </a:p>
          <a:p>
            <a:pPr indent="0" lvl="0" marL="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rgbClr val="C9F296"/>
              </a:buClr>
              <a:buSzPts val="2250"/>
              <a:buFont typeface="Arial"/>
              <a:buNone/>
            </a:pPr>
            <a:r>
              <a:rPr lang="es-MX" sz="1800">
                <a:solidFill>
                  <a:srgbClr val="C9F296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pip list | findstr nombre_librería</a:t>
            </a:r>
            <a:endParaRPr sz="1800">
              <a:solidFill>
                <a:srgbClr val="C9F296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2250"/>
              <a:buFont typeface="Arial"/>
              <a:buNone/>
            </a:pPr>
            <a:r>
              <a:t/>
            </a:r>
            <a:endParaRPr sz="1800">
              <a:solidFill>
                <a:srgbClr val="C9F296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2250"/>
              <a:buFont typeface="Arial"/>
              <a:buNone/>
            </a:pPr>
            <a:r>
              <a:t/>
            </a:r>
            <a:endParaRPr sz="1800">
              <a:solidFill>
                <a:srgbClr val="C9F296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7" name="Shape 6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8" name="Google Shape;618;p32"/>
          <p:cNvSpPr txBox="1"/>
          <p:nvPr>
            <p:ph idx="1" type="body"/>
          </p:nvPr>
        </p:nvSpPr>
        <p:spPr>
          <a:xfrm>
            <a:off x="760412" y="357186"/>
            <a:ext cx="6072188" cy="60563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C9F296"/>
              </a:buClr>
              <a:buSzPts val="2000"/>
              <a:buNone/>
            </a:pPr>
            <a:r>
              <a:rPr lang="es-MX" sz="1600">
                <a:solidFill>
                  <a:srgbClr val="C9F296"/>
                </a:solidFill>
              </a:rPr>
              <a:t>Instalar paquetes:</a:t>
            </a:r>
            <a:endParaRPr/>
          </a:p>
          <a:p>
            <a:pPr indent="0" lvl="0" marL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</a:pPr>
            <a:r>
              <a:rPr lang="es-MX" sz="1600"/>
              <a:t>pip install nombre_paquete</a:t>
            </a:r>
            <a:endParaRPr sz="1600"/>
          </a:p>
          <a:p>
            <a:pPr indent="0" lvl="0" marL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</a:pPr>
            <a:r>
              <a:rPr lang="es-MX" sz="1600"/>
              <a:t>pip install nombre_paquete==1.2.3  # versión específica</a:t>
            </a:r>
            <a:endParaRPr/>
          </a:p>
          <a:p>
            <a:pPr indent="0" lvl="0" marL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</a:pPr>
            <a:r>
              <a:rPr lang="es-MX" sz="1600"/>
              <a:t>pip install paquete1 paquete2 paquete3  # múltiples paquetes</a:t>
            </a:r>
            <a:endParaRPr/>
          </a:p>
          <a:p>
            <a:pPr indent="0" lvl="0" marL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</a:pPr>
            <a:r>
              <a:rPr lang="es-MX" sz="1600"/>
              <a:t>pip install -r requirements.txt  # desde archivo</a:t>
            </a:r>
            <a:endParaRPr/>
          </a:p>
          <a:p>
            <a:pPr indent="0" lvl="0" marL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rgbClr val="C9F296"/>
              </a:buClr>
              <a:buSzPts val="2000"/>
              <a:buNone/>
            </a:pPr>
            <a:r>
              <a:rPr lang="es-MX" sz="1600">
                <a:solidFill>
                  <a:srgbClr val="C9F296"/>
                </a:solidFill>
              </a:rPr>
              <a:t>Actualizar paquetes:</a:t>
            </a:r>
            <a:endParaRPr/>
          </a:p>
          <a:p>
            <a:pPr indent="0" lvl="0" marL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</a:pPr>
            <a:r>
              <a:rPr lang="es-MX" sz="1600"/>
              <a:t>pip install --upgrade nombre_paquete</a:t>
            </a:r>
            <a:endParaRPr sz="1600"/>
          </a:p>
          <a:p>
            <a:pPr indent="0" lvl="0" marL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</a:pPr>
            <a:r>
              <a:rPr lang="es-MX" sz="1600"/>
              <a:t>pip install --upgrade pip  # actualizar pip mismo</a:t>
            </a:r>
            <a:endParaRPr/>
          </a:p>
          <a:p>
            <a:pPr indent="0" lvl="0" marL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</a:pPr>
            <a:r>
              <a:rPr lang="es-MX" sz="1600"/>
              <a:t>pip install -U nombre_paquete  # forma corta</a:t>
            </a:r>
            <a:endParaRPr/>
          </a:p>
          <a:p>
            <a:pPr indent="0" lvl="0" marL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rgbClr val="C9F296"/>
              </a:buClr>
              <a:buSzPts val="2000"/>
              <a:buNone/>
            </a:pPr>
            <a:r>
              <a:rPr lang="es-MX" sz="1600">
                <a:solidFill>
                  <a:srgbClr val="C9F296"/>
                </a:solidFill>
              </a:rPr>
              <a:t>Desinstalar</a:t>
            </a:r>
            <a:r>
              <a:rPr lang="es-MX" sz="1600"/>
              <a:t>:</a:t>
            </a:r>
            <a:endParaRPr/>
          </a:p>
          <a:p>
            <a:pPr indent="0" lvl="0" marL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</a:pPr>
            <a:r>
              <a:rPr lang="es-MX" sz="1600"/>
              <a:t>pip uninstall nombre_paquete</a:t>
            </a:r>
            <a:endParaRPr sz="1600"/>
          </a:p>
          <a:p>
            <a:pPr indent="0" lvl="0" marL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</a:pPr>
            <a:r>
              <a:rPr lang="es-MX" sz="1600"/>
              <a:t>pip uninstall -y nombre_paquete  # sin confirmación</a:t>
            </a:r>
            <a:endParaRPr/>
          </a:p>
          <a:p>
            <a:pPr indent="0" lvl="0" marL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rgbClr val="C9F296"/>
              </a:buClr>
              <a:buSzPts val="2000"/>
              <a:buNone/>
            </a:pPr>
            <a:r>
              <a:rPr lang="es-MX" sz="1600">
                <a:solidFill>
                  <a:srgbClr val="C9F296"/>
                </a:solidFill>
              </a:rPr>
              <a:t>Ver paquetes instalados:</a:t>
            </a:r>
            <a:endParaRPr/>
          </a:p>
          <a:p>
            <a:pPr indent="0" lvl="0" marL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</a:pPr>
            <a:r>
              <a:rPr lang="es-MX" sz="1600"/>
              <a:t>pip list  # todos los paquetes</a:t>
            </a:r>
            <a:endParaRPr/>
          </a:p>
          <a:p>
            <a:pPr indent="0" lvl="0" marL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</a:pPr>
            <a:r>
              <a:rPr lang="es-MX" sz="1600"/>
              <a:t>pip list --outdated  # paquetes con actualizaciones disponibles</a:t>
            </a:r>
            <a:endParaRPr/>
          </a:p>
          <a:p>
            <a:pPr indent="0" lvl="0" marL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</a:pPr>
            <a:r>
              <a:rPr lang="es-MX" sz="1600"/>
              <a:t>pip show nombre_paquete  # información detallada de un paquete</a:t>
            </a:r>
            <a:endParaRPr/>
          </a:p>
          <a:p>
            <a:pPr indent="0" lvl="0" marL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</a:pPr>
            <a:r>
              <a:rPr lang="es-MX" sz="1600"/>
              <a:t>pip freeze  # formato para requirements.txt</a:t>
            </a:r>
            <a:endParaRPr/>
          </a:p>
          <a:p>
            <a:pPr indent="0" lvl="0" marL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</a:pPr>
            <a:r>
              <a:rPr lang="es-MX" sz="1600"/>
              <a:t>pip freeze &gt; requirements.txt  # guardar en archivo</a:t>
            </a:r>
            <a:endParaRPr/>
          </a:p>
          <a:p>
            <a:pPr indent="0" lvl="0" marL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</a:pPr>
            <a:r>
              <a:t/>
            </a:r>
            <a:endParaRPr sz="1600"/>
          </a:p>
        </p:txBody>
      </p:sp>
      <p:sp>
        <p:nvSpPr>
          <p:cNvPr id="619" name="Google Shape;619;p32"/>
          <p:cNvSpPr txBox="1"/>
          <p:nvPr/>
        </p:nvSpPr>
        <p:spPr>
          <a:xfrm>
            <a:off x="6299200" y="400843"/>
            <a:ext cx="5753100" cy="60563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25000"/>
              <a:buFont typeface="Arial"/>
              <a:buNone/>
            </a:pPr>
            <a:r>
              <a:rPr lang="es-MX" sz="16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Ejecutar scripts de Python</a:t>
            </a:r>
            <a:endParaRPr/>
          </a:p>
          <a:p>
            <a:pPr indent="0" lvl="0" marL="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rgbClr val="C9F296"/>
              </a:buClr>
              <a:buSzPct val="125000"/>
              <a:buFont typeface="Arial"/>
              <a:buNone/>
            </a:pPr>
            <a:r>
              <a:rPr lang="es-MX" sz="1600">
                <a:solidFill>
                  <a:srgbClr val="C9F296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python script.py</a:t>
            </a:r>
            <a:endParaRPr/>
          </a:p>
          <a:p>
            <a:pPr indent="0" lvl="0" marL="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rgbClr val="C9F296"/>
              </a:buClr>
              <a:buSzPct val="125000"/>
              <a:buFont typeface="Arial"/>
              <a:buNone/>
            </a:pPr>
            <a:r>
              <a:rPr lang="es-MX" sz="1600">
                <a:solidFill>
                  <a:srgbClr val="C9F296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python3 script.py  # en sistemas con múltiples versiones</a:t>
            </a:r>
            <a:endParaRPr/>
          </a:p>
          <a:p>
            <a:pPr indent="0" lvl="0" marL="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rgbClr val="C9F296"/>
              </a:buClr>
              <a:buSzPct val="125000"/>
              <a:buFont typeface="Arial"/>
              <a:buNone/>
            </a:pPr>
            <a:r>
              <a:rPr lang="es-MX" sz="1600">
                <a:solidFill>
                  <a:srgbClr val="C9F296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python -m modulo  # ejecutar módulo</a:t>
            </a:r>
            <a:endParaRPr/>
          </a:p>
          <a:p>
            <a:pPr indent="0" lvl="0" marL="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rgbClr val="C9F296"/>
              </a:buClr>
              <a:buSzPct val="125000"/>
              <a:buFont typeface="Arial"/>
              <a:buNone/>
            </a:pPr>
            <a:r>
              <a:rPr lang="es-MX" sz="1600">
                <a:solidFill>
                  <a:srgbClr val="C9F296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python -c "print('Hola')"  # ejecutar código directo</a:t>
            </a:r>
            <a:endParaRPr/>
          </a:p>
          <a:p>
            <a:pPr indent="0" lvl="0" marL="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ct val="125000"/>
              <a:buFont typeface="Arial"/>
              <a:buNone/>
            </a:pPr>
            <a:r>
              <a:rPr lang="es-MX" sz="16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Información del sistema</a:t>
            </a:r>
            <a:endParaRPr sz="1600">
              <a:solidFill>
                <a:srgbClr val="C9F296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rgbClr val="C9F296"/>
              </a:buClr>
              <a:buSzPct val="125000"/>
              <a:buFont typeface="Arial"/>
              <a:buNone/>
            </a:pPr>
            <a:r>
              <a:rPr lang="es-MX" sz="1600">
                <a:solidFill>
                  <a:srgbClr val="C9F296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python --version  # ver versión de Python</a:t>
            </a:r>
            <a:endParaRPr/>
          </a:p>
          <a:p>
            <a:pPr indent="0" lvl="0" marL="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rgbClr val="C9F296"/>
              </a:buClr>
              <a:buSzPct val="125000"/>
              <a:buFont typeface="Arial"/>
              <a:buNone/>
            </a:pPr>
            <a:r>
              <a:rPr lang="es-MX" sz="1600">
                <a:solidFill>
                  <a:srgbClr val="C9F296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pip --version  # ver versión de pip</a:t>
            </a:r>
            <a:endParaRPr sz="1600">
              <a:solidFill>
                <a:srgbClr val="C9F296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rgbClr val="C9F296"/>
              </a:buClr>
              <a:buSzPct val="125000"/>
              <a:buFont typeface="Arial"/>
              <a:buNone/>
            </a:pPr>
            <a:r>
              <a:rPr lang="es-MX" sz="1600">
                <a:solidFill>
                  <a:srgbClr val="C9F296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which python  # ubicación del ejecutable</a:t>
            </a:r>
            <a:endParaRPr/>
          </a:p>
          <a:p>
            <a:pPr indent="0" lvl="0" marL="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rgbClr val="C9F296"/>
              </a:buClr>
              <a:buSzPct val="125000"/>
              <a:buFont typeface="Arial"/>
              <a:buNone/>
            </a:pPr>
            <a:r>
              <a:rPr lang="es-MX" sz="1600">
                <a:solidFill>
                  <a:srgbClr val="C9F296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which python3</a:t>
            </a:r>
            <a:endParaRPr/>
          </a:p>
          <a:p>
            <a:pPr indent="0" lvl="0" marL="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ct val="125000"/>
              <a:buFont typeface="Arial"/>
              <a:buNone/>
            </a:pPr>
            <a:r>
              <a:rPr lang="es-MX" sz="16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Entornos virtuales</a:t>
            </a:r>
            <a:endParaRPr sz="1600">
              <a:solidFill>
                <a:srgbClr val="C9F296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rgbClr val="C9F296"/>
              </a:buClr>
              <a:buSzPct val="125000"/>
              <a:buFont typeface="Arial"/>
              <a:buNone/>
            </a:pPr>
            <a:r>
              <a:rPr lang="es-MX" sz="1600">
                <a:solidFill>
                  <a:srgbClr val="C9F296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python -m venv nombre_entorno  # crear entorno virtual</a:t>
            </a:r>
            <a:endParaRPr/>
          </a:p>
          <a:p>
            <a:pPr indent="0" lvl="0" marL="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rgbClr val="C9F296"/>
              </a:buClr>
              <a:buSzPct val="125000"/>
              <a:buFont typeface="Arial"/>
              <a:buNone/>
            </a:pPr>
            <a:r>
              <a:rPr lang="es-MX" sz="1600">
                <a:solidFill>
                  <a:srgbClr val="C9F296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source nombre_entorno/bin/activate  # activar (Linux/Mac)</a:t>
            </a:r>
            <a:endParaRPr/>
          </a:p>
          <a:p>
            <a:pPr indent="0" lvl="0" marL="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rgbClr val="C9F296"/>
              </a:buClr>
              <a:buSzPct val="125000"/>
              <a:buFont typeface="Arial"/>
              <a:buNone/>
            </a:pPr>
            <a:r>
              <a:rPr lang="es-MX" sz="1600">
                <a:solidFill>
                  <a:srgbClr val="C9F296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nombre_entorno\Scripts\activate  # activar (Windows)</a:t>
            </a:r>
            <a:endParaRPr/>
          </a:p>
          <a:p>
            <a:pPr indent="0" lvl="0" marL="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rgbClr val="C9F296"/>
              </a:buClr>
              <a:buSzPct val="125000"/>
              <a:buFont typeface="Arial"/>
              <a:buNone/>
            </a:pPr>
            <a:r>
              <a:rPr lang="es-MX" sz="1600">
                <a:solidFill>
                  <a:srgbClr val="C9F296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deactivate  # desactivar entorno</a:t>
            </a:r>
            <a:endParaRPr/>
          </a:p>
          <a:p>
            <a:pPr indent="0" lvl="0" marL="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ct val="125000"/>
              <a:buFont typeface="Arial"/>
              <a:buNone/>
            </a:pPr>
            <a:r>
              <a:rPr lang="es-MX" sz="16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Otros útiles</a:t>
            </a:r>
            <a:endParaRPr/>
          </a:p>
          <a:p>
            <a:pPr indent="0" lvl="0" marL="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rgbClr val="C9F296"/>
              </a:buClr>
              <a:buSzPct val="125000"/>
              <a:buFont typeface="Arial"/>
              <a:buNone/>
            </a:pPr>
            <a:r>
              <a:rPr lang="es-MX" sz="1600">
                <a:solidFill>
                  <a:srgbClr val="C9F296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python -m pip install --upgrade pip  # actualizar pip de forma segura</a:t>
            </a:r>
            <a:endParaRPr/>
          </a:p>
          <a:p>
            <a:pPr indent="0" lvl="0" marL="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rgbClr val="C9F296"/>
              </a:buClr>
              <a:buSzPct val="125000"/>
              <a:buFont typeface="Arial"/>
              <a:buNone/>
            </a:pPr>
            <a:r>
              <a:rPr lang="es-MX" sz="1600">
                <a:solidFill>
                  <a:srgbClr val="C9F296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pip check  # verificar dependencias rotas</a:t>
            </a:r>
            <a:endParaRPr/>
          </a:p>
          <a:p>
            <a:pPr indent="0" lvl="0" marL="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rgbClr val="C9F296"/>
              </a:buClr>
              <a:buSzPct val="125000"/>
              <a:buFont typeface="Arial"/>
              <a:buNone/>
            </a:pPr>
            <a:r>
              <a:rPr lang="es-MX" sz="1600">
                <a:solidFill>
                  <a:srgbClr val="C9F296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pip search termino  # buscar paquetes (deprecado en muchos casos)</a:t>
            </a:r>
            <a:endParaRPr/>
          </a:p>
          <a:p>
            <a:pPr indent="0" lvl="0" marL="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rgbClr val="C9F296"/>
              </a:buClr>
              <a:buSzPct val="125000"/>
              <a:buFont typeface="Arial"/>
              <a:buNone/>
            </a:pPr>
            <a:r>
              <a:rPr lang="es-MX" sz="1600">
                <a:solidFill>
                  <a:srgbClr val="C9F296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pip cache purge  # limpiar caché de pip</a:t>
            </a:r>
            <a:endParaRPr sz="1600">
              <a:solidFill>
                <a:srgbClr val="C9F296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Circuito">
  <a:themeElements>
    <a:clrScheme name="Transmisión de listas">
      <a:dk1>
        <a:srgbClr val="000000"/>
      </a:dk1>
      <a:lt1>
        <a:srgbClr val="FFFFFF"/>
      </a:lt1>
      <a:dk2>
        <a:srgbClr val="212745"/>
      </a:dk2>
      <a:lt2>
        <a:srgbClr val="B4DCFA"/>
      </a:lt2>
      <a:accent1>
        <a:srgbClr val="4E67C8"/>
      </a:accent1>
      <a:accent2>
        <a:srgbClr val="5ECCF3"/>
      </a:accent2>
      <a:accent3>
        <a:srgbClr val="A7EA52"/>
      </a:accent3>
      <a:accent4>
        <a:srgbClr val="5DCEAF"/>
      </a:accent4>
      <a:accent5>
        <a:srgbClr val="FF8021"/>
      </a:accent5>
      <a:accent6>
        <a:srgbClr val="F14124"/>
      </a:accent6>
      <a:hlink>
        <a:srgbClr val="56C7AA"/>
      </a:hlink>
      <a:folHlink>
        <a:srgbClr val="59A8D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Circuito">
  <a:themeElements>
    <a:clrScheme name="Transmisión de listas">
      <a:dk1>
        <a:srgbClr val="000000"/>
      </a:dk1>
      <a:lt1>
        <a:srgbClr val="FFFFFF"/>
      </a:lt1>
      <a:dk2>
        <a:srgbClr val="212745"/>
      </a:dk2>
      <a:lt2>
        <a:srgbClr val="B4DCFA"/>
      </a:lt2>
      <a:accent1>
        <a:srgbClr val="4E67C8"/>
      </a:accent1>
      <a:accent2>
        <a:srgbClr val="5ECCF3"/>
      </a:accent2>
      <a:accent3>
        <a:srgbClr val="A7EA52"/>
      </a:accent3>
      <a:accent4>
        <a:srgbClr val="5DCEAF"/>
      </a:accent4>
      <a:accent5>
        <a:srgbClr val="FF8021"/>
      </a:accent5>
      <a:accent6>
        <a:srgbClr val="F14124"/>
      </a:accent6>
      <a:hlink>
        <a:srgbClr val="56C7AA"/>
      </a:hlink>
      <a:folHlink>
        <a:srgbClr val="59A8D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2022-03-28T23:20:33Z</dcterms:created>
  <dc:creator>CARLOS ITURBE GIL</dc:creator>
</cp:coreProperties>
</file>